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8" r:id="rId3"/>
    <p:sldId id="286" r:id="rId4"/>
    <p:sldId id="276" r:id="rId5"/>
    <p:sldId id="293" r:id="rId6"/>
    <p:sldId id="294" r:id="rId7"/>
    <p:sldId id="284" r:id="rId8"/>
    <p:sldId id="301" r:id="rId9"/>
    <p:sldId id="303" r:id="rId10"/>
    <p:sldId id="305" r:id="rId11"/>
    <p:sldId id="313" r:id="rId12"/>
    <p:sldId id="314" r:id="rId13"/>
    <p:sldId id="315" r:id="rId14"/>
    <p:sldId id="27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1F94181-5551-4F31-87D0-5E86607AAA01}">
          <p14:sldIdLst>
            <p14:sldId id="256"/>
            <p14:sldId id="298"/>
            <p14:sldId id="286"/>
            <p14:sldId id="276"/>
            <p14:sldId id="293"/>
            <p14:sldId id="294"/>
            <p14:sldId id="284"/>
          </p14:sldIdLst>
        </p14:section>
        <p14:section name="Additional (Iseng)" id="{B0C399DF-0C66-4E4A-AB31-11AC094D6FB4}">
          <p14:sldIdLst>
            <p14:sldId id="301"/>
            <p14:sldId id="303"/>
            <p14:sldId id="305"/>
            <p14:sldId id="313"/>
            <p14:sldId id="314"/>
            <p14:sldId id="315"/>
            <p14:sldId id="27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324B"/>
    <a:srgbClr val="7D8E9C"/>
    <a:srgbClr val="C9772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F21EE0-8292-4344-A7F2-CFB91BA5FD21}" v="20" dt="2026-09-04T14:44:22.6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159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Wisely" userId="a459e8a3726ef50c" providerId="LiveId" clId="{19D5AA45-A625-4438-8C3B-94A22A51738B}"/>
    <pc:docChg chg="undo custSel addSld delSld modSld sldOrd addSection modSection">
      <pc:chgData name="Nick Wisely" userId="a459e8a3726ef50c" providerId="LiveId" clId="{19D5AA45-A625-4438-8C3B-94A22A51738B}" dt="2026-09-04T14:46:02.736" v="2834" actId="14734"/>
      <pc:docMkLst>
        <pc:docMk/>
      </pc:docMkLst>
      <pc:sldChg chg="addSp modSp mod">
        <pc:chgData name="Nick Wisely" userId="a459e8a3726ef50c" providerId="LiveId" clId="{19D5AA45-A625-4438-8C3B-94A22A51738B}" dt="2026-09-04T14:30:43.135" v="2624" actId="1076"/>
        <pc:sldMkLst>
          <pc:docMk/>
          <pc:sldMk cId="0" sldId="256"/>
        </pc:sldMkLst>
        <pc:spChg chg="mod">
          <ac:chgData name="Nick Wisely" userId="a459e8a3726ef50c" providerId="LiveId" clId="{19D5AA45-A625-4438-8C3B-94A22A51738B}" dt="2026-09-04T14:30:23.212" v="2620" actId="1076"/>
          <ac:spMkLst>
            <pc:docMk/>
            <pc:sldMk cId="0" sldId="256"/>
            <ac:spMk id="2" creationId="{00000000-0000-0000-0000-000000000000}"/>
          </ac:spMkLst>
        </pc:spChg>
        <pc:spChg chg="mod">
          <ac:chgData name="Nick Wisely" userId="a459e8a3726ef50c" providerId="LiveId" clId="{19D5AA45-A625-4438-8C3B-94A22A51738B}" dt="2026-09-04T14:30:34.704" v="2621" actId="164"/>
          <ac:spMkLst>
            <pc:docMk/>
            <pc:sldMk cId="0" sldId="256"/>
            <ac:spMk id="8" creationId="{00000000-0000-0000-0000-000000000000}"/>
          </ac:spMkLst>
        </pc:spChg>
        <pc:spChg chg="mod">
          <ac:chgData name="Nick Wisely" userId="a459e8a3726ef50c" providerId="LiveId" clId="{19D5AA45-A625-4438-8C3B-94A22A51738B}" dt="2026-09-04T14:30:34.704" v="2621" actId="164"/>
          <ac:spMkLst>
            <pc:docMk/>
            <pc:sldMk cId="0" sldId="256"/>
            <ac:spMk id="9" creationId="{00000000-0000-0000-0000-000000000000}"/>
          </ac:spMkLst>
        </pc:spChg>
        <pc:grpChg chg="add mod">
          <ac:chgData name="Nick Wisely" userId="a459e8a3726ef50c" providerId="LiveId" clId="{19D5AA45-A625-4438-8C3B-94A22A51738B}" dt="2026-09-04T14:30:43.135" v="2624" actId="1076"/>
          <ac:grpSpMkLst>
            <pc:docMk/>
            <pc:sldMk cId="0" sldId="256"/>
            <ac:grpSpMk id="13" creationId="{DD1183EF-56E1-6AA9-8E84-11301819C112}"/>
          </ac:grpSpMkLst>
        </pc:grpChg>
        <pc:picChg chg="add mod modCrop">
          <ac:chgData name="Nick Wisely" userId="a459e8a3726ef50c" providerId="LiveId" clId="{19D5AA45-A625-4438-8C3B-94A22A51738B}" dt="2026-09-04T14:30:39.732" v="2623" actId="1076"/>
          <ac:picMkLst>
            <pc:docMk/>
            <pc:sldMk cId="0" sldId="256"/>
            <ac:picMk id="12" creationId="{00C8D870-1F29-B39D-D8FD-72EE6727E1D6}"/>
          </ac:picMkLst>
        </pc:picChg>
      </pc:sldChg>
      <pc:sldChg chg="delSp modSp del mod">
        <pc:chgData name="Nick Wisely" userId="a459e8a3726ef50c" providerId="LiveId" clId="{19D5AA45-A625-4438-8C3B-94A22A51738B}" dt="2026-09-04T13:41:08.726" v="751"/>
        <pc:sldMkLst>
          <pc:docMk/>
          <pc:sldMk cId="0" sldId="257"/>
        </pc:sldMkLst>
        <pc:spChg chg="mod">
          <ac:chgData name="Nick Wisely" userId="a459e8a3726ef50c" providerId="LiveId" clId="{19D5AA45-A625-4438-8C3B-94A22A51738B}" dt="2026-09-04T12:55:35.299" v="151" actId="20577"/>
          <ac:spMkLst>
            <pc:docMk/>
            <pc:sldMk cId="0" sldId="257"/>
            <ac:spMk id="6" creationId="{00000000-0000-0000-0000-000000000000}"/>
          </ac:spMkLst>
        </pc:spChg>
        <pc:spChg chg="mod">
          <ac:chgData name="Nick Wisely" userId="a459e8a3726ef50c" providerId="LiveId" clId="{19D5AA45-A625-4438-8C3B-94A22A51738B}" dt="2026-09-04T12:58:50.620" v="375" actId="1035"/>
          <ac:spMkLst>
            <pc:docMk/>
            <pc:sldMk cId="0" sldId="257"/>
            <ac:spMk id="21" creationId="{00000000-0000-0000-0000-000000000000}"/>
          </ac:spMkLst>
        </pc:spChg>
        <pc:spChg chg="mod">
          <ac:chgData name="Nick Wisely" userId="a459e8a3726ef50c" providerId="LiveId" clId="{19D5AA45-A625-4438-8C3B-94A22A51738B}" dt="2026-09-04T12:59:53.220" v="394" actId="20577"/>
          <ac:spMkLst>
            <pc:docMk/>
            <pc:sldMk cId="0" sldId="257"/>
            <ac:spMk id="22" creationId="{00000000-0000-0000-0000-000000000000}"/>
          </ac:spMkLst>
        </pc:spChg>
        <pc:spChg chg="del mod">
          <ac:chgData name="Nick Wisely" userId="a459e8a3726ef50c" providerId="LiveId" clId="{19D5AA45-A625-4438-8C3B-94A22A51738B}" dt="2026-09-04T12:55:54.686" v="158" actId="478"/>
          <ac:spMkLst>
            <pc:docMk/>
            <pc:sldMk cId="0" sldId="257"/>
            <ac:spMk id="24" creationId="{00000000-0000-0000-0000-000000000000}"/>
          </ac:spMkLst>
        </pc:spChg>
        <pc:spChg chg="del mod">
          <ac:chgData name="Nick Wisely" userId="a459e8a3726ef50c" providerId="LiveId" clId="{19D5AA45-A625-4438-8C3B-94A22A51738B}" dt="2026-09-04T12:55:54.686" v="160"/>
          <ac:spMkLst>
            <pc:docMk/>
            <pc:sldMk cId="0" sldId="257"/>
            <ac:spMk id="25" creationId="{00000000-0000-0000-0000-000000000000}"/>
          </ac:spMkLst>
        </pc:spChg>
      </pc:sldChg>
      <pc:sldChg chg="addSp delSp modSp del mod">
        <pc:chgData name="Nick Wisely" userId="a459e8a3726ef50c" providerId="LiveId" clId="{19D5AA45-A625-4438-8C3B-94A22A51738B}" dt="2026-09-04T13:12:06.828" v="447"/>
        <pc:sldMkLst>
          <pc:docMk/>
          <pc:sldMk cId="0" sldId="258"/>
        </pc:sldMkLst>
        <pc:picChg chg="add mod">
          <ac:chgData name="Nick Wisely" userId="a459e8a3726ef50c" providerId="LiveId" clId="{19D5AA45-A625-4438-8C3B-94A22A51738B}" dt="2026-09-04T13:09:54.406" v="412" actId="14100"/>
          <ac:picMkLst>
            <pc:docMk/>
            <pc:sldMk cId="0" sldId="258"/>
            <ac:picMk id="15" creationId="{8C880653-4940-6D8F-BBB6-8FAC8AF71A77}"/>
          </ac:picMkLst>
        </pc:picChg>
      </pc:sldChg>
      <pc:sldChg chg="addSp delSp modSp del mod">
        <pc:chgData name="Nick Wisely" userId="a459e8a3726ef50c" providerId="LiveId" clId="{19D5AA45-A625-4438-8C3B-94A22A51738B}" dt="2026-09-04T13:12:24.186" v="456"/>
        <pc:sldMkLst>
          <pc:docMk/>
          <pc:sldMk cId="0" sldId="259"/>
        </pc:sldMkLst>
        <pc:spChg chg="add mod">
          <ac:chgData name="Nick Wisely" userId="a459e8a3726ef50c" providerId="LiveId" clId="{19D5AA45-A625-4438-8C3B-94A22A51738B}" dt="2026-09-04T13:12:13.455" v="453"/>
          <ac:spMkLst>
            <pc:docMk/>
            <pc:sldMk cId="0" sldId="259"/>
            <ac:spMk id="69" creationId="{497D1391-E69B-4D26-BD50-A88DEA2C7D3B}"/>
          </ac:spMkLst>
        </pc:spChg>
      </pc:sldChg>
      <pc:sldChg chg="addSp modSp del mod">
        <pc:chgData name="Nick Wisely" userId="a459e8a3726ef50c" providerId="LiveId" clId="{19D5AA45-A625-4438-8C3B-94A22A51738B}" dt="2026-09-04T13:12:31.701" v="462"/>
        <pc:sldMkLst>
          <pc:docMk/>
          <pc:sldMk cId="0" sldId="260"/>
        </pc:sldMkLst>
        <pc:spChg chg="mod">
          <ac:chgData name="Nick Wisely" userId="a459e8a3726ef50c" providerId="LiveId" clId="{19D5AA45-A625-4438-8C3B-94A22A51738B}" dt="2026-09-04T13:06:30.517" v="398" actId="20577"/>
          <ac:spMkLst>
            <pc:docMk/>
            <pc:sldMk cId="0" sldId="260"/>
            <ac:spMk id="36" creationId="{00000000-0000-0000-0000-000000000000}"/>
          </ac:spMkLst>
        </pc:spChg>
      </pc:sldChg>
      <pc:sldChg chg="addSp delSp modSp del mod">
        <pc:chgData name="Nick Wisely" userId="a459e8a3726ef50c" providerId="LiveId" clId="{19D5AA45-A625-4438-8C3B-94A22A51738B}" dt="2026-09-04T13:12:39.311" v="466"/>
        <pc:sldMkLst>
          <pc:docMk/>
          <pc:sldMk cId="0" sldId="261"/>
        </pc:sldMkLst>
      </pc:sldChg>
      <pc:sldChg chg="modSp del mod">
        <pc:chgData name="Nick Wisely" userId="a459e8a3726ef50c" providerId="LiveId" clId="{19D5AA45-A625-4438-8C3B-94A22A51738B}" dt="2026-09-04T13:12:48.697" v="470"/>
        <pc:sldMkLst>
          <pc:docMk/>
          <pc:sldMk cId="0" sldId="262"/>
        </pc:sldMkLst>
        <pc:spChg chg="mod">
          <ac:chgData name="Nick Wisely" userId="a459e8a3726ef50c" providerId="LiveId" clId="{19D5AA45-A625-4438-8C3B-94A22A51738B}" dt="2026-09-04T13:08:40.787" v="409"/>
          <ac:spMkLst>
            <pc:docMk/>
            <pc:sldMk cId="0" sldId="262"/>
            <ac:spMk id="20" creationId="{00000000-0000-0000-0000-000000000000}"/>
          </ac:spMkLst>
        </pc:spChg>
        <pc:spChg chg="mod">
          <ac:chgData name="Nick Wisely" userId="a459e8a3726ef50c" providerId="LiveId" clId="{19D5AA45-A625-4438-8C3B-94A22A51738B}" dt="2026-09-04T13:08:14.411" v="404" actId="14100"/>
          <ac:spMkLst>
            <pc:docMk/>
            <pc:sldMk cId="0" sldId="262"/>
            <ac:spMk id="27" creationId="{00000000-0000-0000-0000-000000000000}"/>
          </ac:spMkLst>
        </pc:spChg>
        <pc:spChg chg="mod">
          <ac:chgData name="Nick Wisely" userId="a459e8a3726ef50c" providerId="LiveId" clId="{19D5AA45-A625-4438-8C3B-94A22A51738B}" dt="2026-09-04T13:08:42.522" v="410" actId="21"/>
          <ac:spMkLst>
            <pc:docMk/>
            <pc:sldMk cId="0" sldId="262"/>
            <ac:spMk id="28" creationId="{00000000-0000-0000-0000-000000000000}"/>
          </ac:spMkLst>
        </pc:spChg>
      </pc:sldChg>
      <pc:sldChg chg="addSp modSp del mod">
        <pc:chgData name="Nick Wisely" userId="a459e8a3726ef50c" providerId="LiveId" clId="{19D5AA45-A625-4438-8C3B-94A22A51738B}" dt="2026-09-04T13:12:57.747" v="474"/>
        <pc:sldMkLst>
          <pc:docMk/>
          <pc:sldMk cId="0" sldId="263"/>
        </pc:sldMkLst>
      </pc:sldChg>
      <pc:sldChg chg="modSp del mod">
        <pc:chgData name="Nick Wisely" userId="a459e8a3726ef50c" providerId="LiveId" clId="{19D5AA45-A625-4438-8C3B-94A22A51738B}" dt="2026-09-04T13:13:09.038" v="478"/>
        <pc:sldMkLst>
          <pc:docMk/>
          <pc:sldMk cId="0" sldId="264"/>
        </pc:sldMkLst>
      </pc:sldChg>
      <pc:sldChg chg="modSp del">
        <pc:chgData name="Nick Wisely" userId="a459e8a3726ef50c" providerId="LiveId" clId="{19D5AA45-A625-4438-8C3B-94A22A51738B}" dt="2026-09-04T13:13:18.643" v="482"/>
        <pc:sldMkLst>
          <pc:docMk/>
          <pc:sldMk cId="0" sldId="265"/>
        </pc:sldMkLst>
      </pc:sldChg>
      <pc:sldChg chg="addSp delSp modSp add del mod">
        <pc:chgData name="Nick Wisely" userId="a459e8a3726ef50c" providerId="LiveId" clId="{19D5AA45-A625-4438-8C3B-94A22A51738B}" dt="2026-09-04T13:14:16.566" v="528"/>
        <pc:sldMkLst>
          <pc:docMk/>
          <pc:sldMk cId="1837967795" sldId="266"/>
        </pc:sldMkLst>
        <pc:spChg chg="mod">
          <ac:chgData name="Nick Wisely" userId="a459e8a3726ef50c" providerId="LiveId" clId="{19D5AA45-A625-4438-8C3B-94A22A51738B}" dt="2026-09-04T13:11:59.272" v="443" actId="20577"/>
          <ac:spMkLst>
            <pc:docMk/>
            <pc:sldMk cId="1837967795" sldId="266"/>
            <ac:spMk id="6" creationId="{9666E094-ED79-1FE9-632A-19B3B2CE3ED2}"/>
          </ac:spMkLst>
        </pc:spChg>
        <pc:spChg chg="del">
          <ac:chgData name="Nick Wisely" userId="a459e8a3726ef50c" providerId="LiveId" clId="{19D5AA45-A625-4438-8C3B-94A22A51738B}" dt="2026-09-04T13:12:24.833" v="459" actId="478"/>
          <ac:spMkLst>
            <pc:docMk/>
            <pc:sldMk cId="1837967795" sldId="266"/>
            <ac:spMk id="9" creationId="{9E99AB99-E48D-9871-F810-A9F42BE49A07}"/>
          </ac:spMkLst>
        </pc:spChg>
        <pc:grpChg chg="del">
          <ac:chgData name="Nick Wisely" userId="a459e8a3726ef50c" providerId="LiveId" clId="{19D5AA45-A625-4438-8C3B-94A22A51738B}" dt="2026-09-04T13:12:02.936" v="444" actId="478"/>
          <ac:grpSpMkLst>
            <pc:docMk/>
            <pc:sldMk cId="1837967795" sldId="266"/>
            <ac:grpSpMk id="37" creationId="{E4281C8F-E763-C0E9-0678-238EBF61CF12}"/>
          </ac:grpSpMkLst>
        </pc:grpChg>
        <pc:graphicFrameChg chg="del">
          <ac:chgData name="Nick Wisely" userId="a459e8a3726ef50c" providerId="LiveId" clId="{19D5AA45-A625-4438-8C3B-94A22A51738B}" dt="2026-09-04T13:12:23.102" v="454" actId="478"/>
          <ac:graphicFrameMkLst>
            <pc:docMk/>
            <pc:sldMk cId="1837967795" sldId="266"/>
            <ac:graphicFrameMk id="10" creationId="{95280E9E-7406-399F-F83C-C58D8145A837}"/>
          </ac:graphicFrameMkLst>
        </pc:graphicFrameChg>
        <pc:picChg chg="add mod">
          <ac:chgData name="Nick Wisely" userId="a459e8a3726ef50c" providerId="LiveId" clId="{19D5AA45-A625-4438-8C3B-94A22A51738B}" dt="2026-09-04T13:12:26.657" v="460" actId="1076"/>
          <ac:picMkLst>
            <pc:docMk/>
            <pc:sldMk cId="1837967795" sldId="266"/>
            <ac:picMk id="39" creationId="{5847EA36-DFF9-EE88-3AE6-180073528AE6}"/>
          </ac:picMkLst>
        </pc:picChg>
      </pc:sldChg>
      <pc:sldChg chg="modSp add del mod">
        <pc:chgData name="Nick Wisely" userId="a459e8a3726ef50c" providerId="LiveId" clId="{19D5AA45-A625-4438-8C3B-94A22A51738B}" dt="2026-09-04T13:16:30.306" v="581"/>
        <pc:sldMkLst>
          <pc:docMk/>
          <pc:sldMk cId="2715741814" sldId="267"/>
        </pc:sldMkLst>
        <pc:spChg chg="mod">
          <ac:chgData name="Nick Wisely" userId="a459e8a3726ef50c" providerId="LiveId" clId="{19D5AA45-A625-4438-8C3B-94A22A51738B}" dt="2026-09-04T13:13:27.424" v="490"/>
          <ac:spMkLst>
            <pc:docMk/>
            <pc:sldMk cId="2715741814" sldId="267"/>
            <ac:spMk id="11" creationId="{00000000-0000-0000-0000-000000000000}"/>
          </ac:spMkLst>
        </pc:spChg>
      </pc:sldChg>
      <pc:sldChg chg="modSp add del mod">
        <pc:chgData name="Nick Wisely" userId="a459e8a3726ef50c" providerId="LiveId" clId="{19D5AA45-A625-4438-8C3B-94A22A51738B}" dt="2026-09-04T13:15:01.234" v="546"/>
        <pc:sldMkLst>
          <pc:docMk/>
          <pc:sldMk cId="2037272139" sldId="268"/>
        </pc:sldMkLst>
        <pc:spChg chg="mod">
          <ac:chgData name="Nick Wisely" userId="a459e8a3726ef50c" providerId="LiveId" clId="{19D5AA45-A625-4438-8C3B-94A22A51738B}" dt="2026-09-04T13:14:29.451" v="544"/>
          <ac:spMkLst>
            <pc:docMk/>
            <pc:sldMk cId="2037272139" sldId="268"/>
            <ac:spMk id="69" creationId="{497D1391-E69B-4D26-BD50-A88DEA2C7D3B}"/>
          </ac:spMkLst>
        </pc:spChg>
      </pc:sldChg>
      <pc:sldChg chg="modSp add del mod">
        <pc:chgData name="Nick Wisely" userId="a459e8a3726ef50c" providerId="LiveId" clId="{19D5AA45-A625-4438-8C3B-94A22A51738B}" dt="2026-09-04T13:18:50.543" v="619"/>
        <pc:sldMkLst>
          <pc:docMk/>
          <pc:sldMk cId="2673337734" sldId="269"/>
        </pc:sldMkLst>
        <pc:spChg chg="mod">
          <ac:chgData name="Nick Wisely" userId="a459e8a3726ef50c" providerId="LiveId" clId="{19D5AA45-A625-4438-8C3B-94A22A51738B}" dt="2026-09-04T13:13:27.532" v="496"/>
          <ac:spMkLst>
            <pc:docMk/>
            <pc:sldMk cId="2673337734" sldId="269"/>
            <ac:spMk id="36" creationId="{00000000-0000-0000-0000-000000000000}"/>
          </ac:spMkLst>
        </pc:spChg>
      </pc:sldChg>
      <pc:sldChg chg="modSp add del mod ord">
        <pc:chgData name="Nick Wisely" userId="a459e8a3726ef50c" providerId="LiveId" clId="{19D5AA45-A625-4438-8C3B-94A22A51738B}" dt="2026-09-04T13:53:02.761" v="1013"/>
        <pc:sldMkLst>
          <pc:docMk/>
          <pc:sldMk cId="1535326218" sldId="270"/>
        </pc:sldMkLst>
        <pc:spChg chg="mod">
          <ac:chgData name="Nick Wisely" userId="a459e8a3726ef50c" providerId="LiveId" clId="{19D5AA45-A625-4438-8C3B-94A22A51738B}" dt="2026-09-04T13:13:27.553" v="502"/>
          <ac:spMkLst>
            <pc:docMk/>
            <pc:sldMk cId="1535326218" sldId="270"/>
            <ac:spMk id="13" creationId="{00000000-0000-0000-0000-000000000000}"/>
          </ac:spMkLst>
        </pc:spChg>
      </pc:sldChg>
      <pc:sldChg chg="modSp add del mod">
        <pc:chgData name="Nick Wisely" userId="a459e8a3726ef50c" providerId="LiveId" clId="{19D5AA45-A625-4438-8C3B-94A22A51738B}" dt="2026-09-04T13:17:13.861" v="597"/>
        <pc:sldMkLst>
          <pc:docMk/>
          <pc:sldMk cId="1706472651" sldId="271"/>
        </pc:sldMkLst>
        <pc:spChg chg="mod">
          <ac:chgData name="Nick Wisely" userId="a459e8a3726ef50c" providerId="LiveId" clId="{19D5AA45-A625-4438-8C3B-94A22A51738B}" dt="2026-09-04T13:13:27.584" v="508"/>
          <ac:spMkLst>
            <pc:docMk/>
            <pc:sldMk cId="1706472651" sldId="271"/>
            <ac:spMk id="43" creationId="{00000000-0000-0000-0000-000000000000}"/>
          </ac:spMkLst>
        </pc:spChg>
      </pc:sldChg>
      <pc:sldChg chg="modSp add del mod">
        <pc:chgData name="Nick Wisely" userId="a459e8a3726ef50c" providerId="LiveId" clId="{19D5AA45-A625-4438-8C3B-94A22A51738B}" dt="2026-09-04T13:18:19.454" v="605"/>
        <pc:sldMkLst>
          <pc:docMk/>
          <pc:sldMk cId="3869241105" sldId="272"/>
        </pc:sldMkLst>
        <pc:spChg chg="mod">
          <ac:chgData name="Nick Wisely" userId="a459e8a3726ef50c" providerId="LiveId" clId="{19D5AA45-A625-4438-8C3B-94A22A51738B}" dt="2026-09-04T13:13:27.616" v="514"/>
          <ac:spMkLst>
            <pc:docMk/>
            <pc:sldMk cId="3869241105" sldId="272"/>
            <ac:spMk id="48" creationId="{00000000-0000-0000-0000-000000000000}"/>
          </ac:spMkLst>
        </pc:spChg>
      </pc:sldChg>
      <pc:sldChg chg="modSp add del mod">
        <pc:chgData name="Nick Wisely" userId="a459e8a3726ef50c" providerId="LiveId" clId="{19D5AA45-A625-4438-8C3B-94A22A51738B}" dt="2026-09-04T13:16:39.984" v="583"/>
        <pc:sldMkLst>
          <pc:docMk/>
          <pc:sldMk cId="1738566919" sldId="273"/>
        </pc:sldMkLst>
        <pc:spChg chg="mod">
          <ac:chgData name="Nick Wisely" userId="a459e8a3726ef50c" providerId="LiveId" clId="{19D5AA45-A625-4438-8C3B-94A22A51738B}" dt="2026-09-04T13:13:27.648" v="520"/>
          <ac:spMkLst>
            <pc:docMk/>
            <pc:sldMk cId="1738566919" sldId="273"/>
            <ac:spMk id="40" creationId="{00000000-0000-0000-0000-000000000000}"/>
          </ac:spMkLst>
        </pc:spChg>
      </pc:sldChg>
      <pc:sldChg chg="addSp delSp modSp add mod ord">
        <pc:chgData name="Nick Wisely" userId="a459e8a3726ef50c" providerId="LiveId" clId="{19D5AA45-A625-4438-8C3B-94A22A51738B}" dt="2026-09-04T14:46:02.736" v="2834" actId="14734"/>
        <pc:sldMkLst>
          <pc:docMk/>
          <pc:sldMk cId="989295821" sldId="274"/>
        </pc:sldMkLst>
        <pc:spChg chg="mod">
          <ac:chgData name="Nick Wisely" userId="a459e8a3726ef50c" providerId="LiveId" clId="{19D5AA45-A625-4438-8C3B-94A22A51738B}" dt="2026-09-04T14:21:32.230" v="2568" actId="20577"/>
          <ac:spMkLst>
            <pc:docMk/>
            <pc:sldMk cId="989295821" sldId="274"/>
            <ac:spMk id="6" creationId="{00000000-0000-0000-0000-000000000000}"/>
          </ac:spMkLst>
        </pc:spChg>
        <pc:spChg chg="del">
          <ac:chgData name="Nick Wisely" userId="a459e8a3726ef50c" providerId="LiveId" clId="{19D5AA45-A625-4438-8C3B-94A22A51738B}" dt="2026-09-04T14:41:59.982" v="2796" actId="478"/>
          <ac:spMkLst>
            <pc:docMk/>
            <pc:sldMk cId="989295821" sldId="274"/>
            <ac:spMk id="10" creationId="{00000000-0000-0000-0000-000000000000}"/>
          </ac:spMkLst>
        </pc:spChg>
        <pc:spChg chg="del">
          <ac:chgData name="Nick Wisely" userId="a459e8a3726ef50c" providerId="LiveId" clId="{19D5AA45-A625-4438-8C3B-94A22A51738B}" dt="2026-09-04T14:42:05.526" v="2797" actId="478"/>
          <ac:spMkLst>
            <pc:docMk/>
            <pc:sldMk cId="989295821" sldId="274"/>
            <ac:spMk id="13" creationId="{00000000-0000-0000-0000-000000000000}"/>
          </ac:spMkLst>
        </pc:spChg>
        <pc:spChg chg="del">
          <ac:chgData name="Nick Wisely" userId="a459e8a3726ef50c" providerId="LiveId" clId="{19D5AA45-A625-4438-8C3B-94A22A51738B}" dt="2026-09-04T14:42:05.526" v="2797" actId="478"/>
          <ac:spMkLst>
            <pc:docMk/>
            <pc:sldMk cId="989295821" sldId="274"/>
            <ac:spMk id="15" creationId="{00000000-0000-0000-0000-000000000000}"/>
          </ac:spMkLst>
        </pc:spChg>
        <pc:spChg chg="del mod">
          <ac:chgData name="Nick Wisely" userId="a459e8a3726ef50c" providerId="LiveId" clId="{19D5AA45-A625-4438-8C3B-94A22A51738B}" dt="2026-09-04T14:41:57.900" v="2795"/>
          <ac:spMkLst>
            <pc:docMk/>
            <pc:sldMk cId="989295821" sldId="274"/>
            <ac:spMk id="16" creationId="{00000000-0000-0000-0000-000000000000}"/>
          </ac:spMkLst>
        </pc:spChg>
        <pc:spChg chg="del">
          <ac:chgData name="Nick Wisely" userId="a459e8a3726ef50c" providerId="LiveId" clId="{19D5AA45-A625-4438-8C3B-94A22A51738B}" dt="2026-09-04T14:42:05.526" v="2797" actId="478"/>
          <ac:spMkLst>
            <pc:docMk/>
            <pc:sldMk cId="989295821" sldId="274"/>
            <ac:spMk id="18" creationId="{00000000-0000-0000-0000-000000000000}"/>
          </ac:spMkLst>
        </pc:spChg>
        <pc:spChg chg="del">
          <ac:chgData name="Nick Wisely" userId="a459e8a3726ef50c" providerId="LiveId" clId="{19D5AA45-A625-4438-8C3B-94A22A51738B}" dt="2026-09-04T14:42:05.526" v="2797" actId="478"/>
          <ac:spMkLst>
            <pc:docMk/>
            <pc:sldMk cId="989295821" sldId="274"/>
            <ac:spMk id="19" creationId="{00000000-0000-0000-0000-000000000000}"/>
          </ac:spMkLst>
        </pc:spChg>
        <pc:spChg chg="del">
          <ac:chgData name="Nick Wisely" userId="a459e8a3726ef50c" providerId="LiveId" clId="{19D5AA45-A625-4438-8C3B-94A22A51738B}" dt="2026-09-04T14:42:05.526" v="2797" actId="478"/>
          <ac:spMkLst>
            <pc:docMk/>
            <pc:sldMk cId="989295821" sldId="274"/>
            <ac:spMk id="22" creationId="{00000000-0000-0000-0000-000000000000}"/>
          </ac:spMkLst>
        </pc:spChg>
        <pc:spChg chg="del">
          <ac:chgData name="Nick Wisely" userId="a459e8a3726ef50c" providerId="LiveId" clId="{19D5AA45-A625-4438-8C3B-94A22A51738B}" dt="2026-09-04T14:42:05.526" v="2797" actId="478"/>
          <ac:spMkLst>
            <pc:docMk/>
            <pc:sldMk cId="989295821" sldId="274"/>
            <ac:spMk id="23" creationId="{00000000-0000-0000-0000-000000000000}"/>
          </ac:spMkLst>
        </pc:spChg>
        <pc:spChg chg="del">
          <ac:chgData name="Nick Wisely" userId="a459e8a3726ef50c" providerId="LiveId" clId="{19D5AA45-A625-4438-8C3B-94A22A51738B}" dt="2026-09-04T14:42:05.526" v="2797" actId="478"/>
          <ac:spMkLst>
            <pc:docMk/>
            <pc:sldMk cId="989295821" sldId="274"/>
            <ac:spMk id="30" creationId="{00000000-0000-0000-0000-000000000000}"/>
          </ac:spMkLst>
        </pc:spChg>
        <pc:spChg chg="del">
          <ac:chgData name="Nick Wisely" userId="a459e8a3726ef50c" providerId="LiveId" clId="{19D5AA45-A625-4438-8C3B-94A22A51738B}" dt="2026-09-04T14:42:05.526" v="2797" actId="478"/>
          <ac:spMkLst>
            <pc:docMk/>
            <pc:sldMk cId="989295821" sldId="274"/>
            <ac:spMk id="34" creationId="{00000000-0000-0000-0000-000000000000}"/>
          </ac:spMkLst>
        </pc:spChg>
        <pc:spChg chg="del">
          <ac:chgData name="Nick Wisely" userId="a459e8a3726ef50c" providerId="LiveId" clId="{19D5AA45-A625-4438-8C3B-94A22A51738B}" dt="2026-09-04T14:42:05.526" v="2797" actId="478"/>
          <ac:spMkLst>
            <pc:docMk/>
            <pc:sldMk cId="989295821" sldId="274"/>
            <ac:spMk id="40" creationId="{00000000-0000-0000-0000-000000000000}"/>
          </ac:spMkLst>
        </pc:spChg>
        <pc:spChg chg="del">
          <ac:chgData name="Nick Wisely" userId="a459e8a3726ef50c" providerId="LiveId" clId="{19D5AA45-A625-4438-8C3B-94A22A51738B}" dt="2026-09-04T14:42:05.526" v="2797" actId="478"/>
          <ac:spMkLst>
            <pc:docMk/>
            <pc:sldMk cId="989295821" sldId="274"/>
            <ac:spMk id="44" creationId="{00000000-0000-0000-0000-000000000000}"/>
          </ac:spMkLst>
        </pc:spChg>
        <pc:spChg chg="del mod">
          <ac:chgData name="Nick Wisely" userId="a459e8a3726ef50c" providerId="LiveId" clId="{19D5AA45-A625-4438-8C3B-94A22A51738B}" dt="2026-09-04T14:28:17.897" v="2590" actId="478"/>
          <ac:spMkLst>
            <pc:docMk/>
            <pc:sldMk cId="989295821" sldId="274"/>
            <ac:spMk id="45" creationId="{00000000-0000-0000-0000-000000000000}"/>
          </ac:spMkLst>
        </pc:spChg>
        <pc:graphicFrameChg chg="add mod modGraphic">
          <ac:chgData name="Nick Wisely" userId="a459e8a3726ef50c" providerId="LiveId" clId="{19D5AA45-A625-4438-8C3B-94A22A51738B}" dt="2026-09-04T14:46:02.736" v="2834" actId="14734"/>
          <ac:graphicFrameMkLst>
            <pc:docMk/>
            <pc:sldMk cId="989295821" sldId="274"/>
            <ac:graphicFrameMk id="46" creationId="{26F26DF2-E1CE-12EC-AA11-9EC8B02D38B1}"/>
          </ac:graphicFrameMkLst>
        </pc:graphicFrameChg>
      </pc:sldChg>
      <pc:sldChg chg="addSp delSp modSp add del mod">
        <pc:chgData name="Nick Wisely" userId="a459e8a3726ef50c" providerId="LiveId" clId="{19D5AA45-A625-4438-8C3B-94A22A51738B}" dt="2026-09-04T13:24:41.205" v="635"/>
        <pc:sldMkLst>
          <pc:docMk/>
          <pc:sldMk cId="2228753234" sldId="275"/>
        </pc:sldMkLst>
        <pc:spChg chg="mod">
          <ac:chgData name="Nick Wisely" userId="a459e8a3726ef50c" providerId="LiveId" clId="{19D5AA45-A625-4438-8C3B-94A22A51738B}" dt="2026-09-04T13:15:41.955" v="569"/>
          <ac:spMkLst>
            <pc:docMk/>
            <pc:sldMk cId="2228753234" sldId="275"/>
            <ac:spMk id="11" creationId="{2C25864B-59EC-5326-4750-CDBE52661939}"/>
          </ac:spMkLst>
        </pc:spChg>
        <pc:spChg chg="mod">
          <ac:chgData name="Nick Wisely" userId="a459e8a3726ef50c" providerId="LiveId" clId="{19D5AA45-A625-4438-8C3B-94A22A51738B}" dt="2026-09-04T13:15:41.960" v="575"/>
          <ac:spMkLst>
            <pc:docMk/>
            <pc:sldMk cId="2228753234" sldId="275"/>
            <ac:spMk id="36" creationId="{D3B0864B-B9C5-92EE-8138-2844D775EC17}"/>
          </ac:spMkLst>
        </pc:spChg>
        <pc:picChg chg="add del mod">
          <ac:chgData name="Nick Wisely" userId="a459e8a3726ef50c" providerId="LiveId" clId="{19D5AA45-A625-4438-8C3B-94A22A51738B}" dt="2026-09-04T13:21:58.203" v="630" actId="478"/>
          <ac:picMkLst>
            <pc:docMk/>
            <pc:sldMk cId="2228753234" sldId="275"/>
            <ac:picMk id="10" creationId="{EA3374BC-2C64-71A5-644D-0169378497C5}"/>
          </ac:picMkLst>
        </pc:picChg>
        <pc:picChg chg="add">
          <ac:chgData name="Nick Wisely" userId="a459e8a3726ef50c" providerId="LiveId" clId="{19D5AA45-A625-4438-8C3B-94A22A51738B}" dt="2026-09-04T13:21:58.843" v="631" actId="22"/>
          <ac:picMkLst>
            <pc:docMk/>
            <pc:sldMk cId="2228753234" sldId="275"/>
            <ac:picMk id="13" creationId="{7C5052F8-B424-7CD2-D5D3-13B9374AB1B4}"/>
          </ac:picMkLst>
        </pc:picChg>
        <pc:picChg chg="del mod">
          <ac:chgData name="Nick Wisely" userId="a459e8a3726ef50c" providerId="LiveId" clId="{19D5AA45-A625-4438-8C3B-94A22A51738B}" dt="2026-09-04T13:21:29.171" v="626" actId="478"/>
          <ac:picMkLst>
            <pc:docMk/>
            <pc:sldMk cId="2228753234" sldId="275"/>
            <ac:picMk id="39" creationId="{5847EA36-DFF9-EE88-3AE6-180073528AE6}"/>
          </ac:picMkLst>
        </pc:picChg>
      </pc:sldChg>
      <pc:sldChg chg="modSp add mod">
        <pc:chgData name="Nick Wisely" userId="a459e8a3726ef50c" providerId="LiveId" clId="{19D5AA45-A625-4438-8C3B-94A22A51738B}" dt="2026-09-04T14:22:22.841" v="2576" actId="207"/>
        <pc:sldMkLst>
          <pc:docMk/>
          <pc:sldMk cId="939532619" sldId="276"/>
        </pc:sldMkLst>
        <pc:spChg chg="mod">
          <ac:chgData name="Nick Wisely" userId="a459e8a3726ef50c" providerId="LiveId" clId="{19D5AA45-A625-4438-8C3B-94A22A51738B}" dt="2026-09-04T14:22:21.236" v="2575" actId="207"/>
          <ac:spMkLst>
            <pc:docMk/>
            <pc:sldMk cId="939532619" sldId="276"/>
            <ac:spMk id="13" creationId="{00000000-0000-0000-0000-000000000000}"/>
          </ac:spMkLst>
        </pc:spChg>
        <pc:spChg chg="mod">
          <ac:chgData name="Nick Wisely" userId="a459e8a3726ef50c" providerId="LiveId" clId="{19D5AA45-A625-4438-8C3B-94A22A51738B}" dt="2026-09-04T13:28:22.847" v="675" actId="14100"/>
          <ac:spMkLst>
            <pc:docMk/>
            <pc:sldMk cId="939532619" sldId="276"/>
            <ac:spMk id="14" creationId="{00000000-0000-0000-0000-000000000000}"/>
          </ac:spMkLst>
        </pc:spChg>
        <pc:spChg chg="mod">
          <ac:chgData name="Nick Wisely" userId="a459e8a3726ef50c" providerId="LiveId" clId="{19D5AA45-A625-4438-8C3B-94A22A51738B}" dt="2026-09-04T13:28:18.579" v="674" actId="14100"/>
          <ac:spMkLst>
            <pc:docMk/>
            <pc:sldMk cId="939532619" sldId="276"/>
            <ac:spMk id="15" creationId="{00000000-0000-0000-0000-000000000000}"/>
          </ac:spMkLst>
        </pc:spChg>
        <pc:spChg chg="mod">
          <ac:chgData name="Nick Wisely" userId="a459e8a3726ef50c" providerId="LiveId" clId="{19D5AA45-A625-4438-8C3B-94A22A51738B}" dt="2026-09-04T14:22:22.841" v="2576" actId="207"/>
          <ac:spMkLst>
            <pc:docMk/>
            <pc:sldMk cId="939532619" sldId="276"/>
            <ac:spMk id="16" creationId="{00000000-0000-0000-0000-000000000000}"/>
          </ac:spMkLst>
        </pc:spChg>
        <pc:spChg chg="mod">
          <ac:chgData name="Nick Wisely" userId="a459e8a3726ef50c" providerId="LiveId" clId="{19D5AA45-A625-4438-8C3B-94A22A51738B}" dt="2026-09-04T14:22:10.524" v="2572" actId="207"/>
          <ac:spMkLst>
            <pc:docMk/>
            <pc:sldMk cId="939532619" sldId="276"/>
            <ac:spMk id="69" creationId="{497D1391-E69B-4D26-BD50-A88DEA2C7D3B}"/>
          </ac:spMkLst>
        </pc:spChg>
      </pc:sldChg>
      <pc:sldChg chg="modSp add del mod">
        <pc:chgData name="Nick Wisely" userId="a459e8a3726ef50c" providerId="LiveId" clId="{19D5AA45-A625-4438-8C3B-94A22A51738B}" dt="2026-09-04T13:27:35.832" v="644"/>
        <pc:sldMkLst>
          <pc:docMk/>
          <pc:sldMk cId="2494312815" sldId="277"/>
        </pc:sldMkLst>
        <pc:spChg chg="mod">
          <ac:chgData name="Nick Wisely" userId="a459e8a3726ef50c" providerId="LiveId" clId="{19D5AA45-A625-4438-8C3B-94A22A51738B}" dt="2026-09-04T13:16:45.963" v="589"/>
          <ac:spMkLst>
            <pc:docMk/>
            <pc:sldMk cId="2494312815" sldId="277"/>
            <ac:spMk id="11" creationId="{00000000-0000-0000-0000-000000000000}"/>
          </ac:spMkLst>
        </pc:spChg>
      </pc:sldChg>
      <pc:sldChg chg="modSp add del mod ord">
        <pc:chgData name="Nick Wisely" userId="a459e8a3726ef50c" providerId="LiveId" clId="{19D5AA45-A625-4438-8C3B-94A22A51738B}" dt="2026-09-04T14:18:16.511" v="2542"/>
        <pc:sldMkLst>
          <pc:docMk/>
          <pc:sldMk cId="3580329116" sldId="278"/>
        </pc:sldMkLst>
        <pc:spChg chg="mod">
          <ac:chgData name="Nick Wisely" userId="a459e8a3726ef50c" providerId="LiveId" clId="{19D5AA45-A625-4438-8C3B-94A22A51738B}" dt="2026-09-04T13:18:26.622" v="617"/>
          <ac:spMkLst>
            <pc:docMk/>
            <pc:sldMk cId="3580329116" sldId="278"/>
            <ac:spMk id="40" creationId="{00000000-0000-0000-0000-000000000000}"/>
          </ac:spMkLst>
        </pc:spChg>
      </pc:sldChg>
      <pc:sldChg chg="addSp delSp modSp add del mod ord">
        <pc:chgData name="Nick Wisely" userId="a459e8a3726ef50c" providerId="LiveId" clId="{19D5AA45-A625-4438-8C3B-94A22A51738B}" dt="2026-09-04T13:58:39.031" v="1197"/>
        <pc:sldMkLst>
          <pc:docMk/>
          <pc:sldMk cId="3835274127" sldId="279"/>
        </pc:sldMkLst>
        <pc:spChg chg="del">
          <ac:chgData name="Nick Wisely" userId="a459e8a3726ef50c" providerId="LiveId" clId="{19D5AA45-A625-4438-8C3B-94A22A51738B}" dt="2026-09-04T13:58:26.468" v="1036"/>
          <ac:spMkLst>
            <pc:docMk/>
            <pc:sldMk cId="3835274127" sldId="279"/>
            <ac:spMk id="11" creationId="{00000000-0000-0000-0000-000000000000}"/>
          </ac:spMkLst>
        </pc:spChg>
        <pc:spChg chg="del">
          <ac:chgData name="Nick Wisely" userId="a459e8a3726ef50c" providerId="LiveId" clId="{19D5AA45-A625-4438-8C3B-94A22A51738B}" dt="2026-09-04T13:58:26.468" v="1037"/>
          <ac:spMkLst>
            <pc:docMk/>
            <pc:sldMk cId="3835274127" sldId="279"/>
            <ac:spMk id="12" creationId="{00000000-0000-0000-0000-000000000000}"/>
          </ac:spMkLst>
        </pc:spChg>
        <pc:spChg chg="del">
          <ac:chgData name="Nick Wisely" userId="a459e8a3726ef50c" providerId="LiveId" clId="{19D5AA45-A625-4438-8C3B-94A22A51738B}" dt="2026-09-04T13:58:26.477" v="1038"/>
          <ac:spMkLst>
            <pc:docMk/>
            <pc:sldMk cId="3835274127" sldId="279"/>
            <ac:spMk id="13" creationId="{00000000-0000-0000-0000-000000000000}"/>
          </ac:spMkLst>
        </pc:spChg>
        <pc:spChg chg="del">
          <ac:chgData name="Nick Wisely" userId="a459e8a3726ef50c" providerId="LiveId" clId="{19D5AA45-A625-4438-8C3B-94A22A51738B}" dt="2026-09-04T13:58:26.477" v="1039"/>
          <ac:spMkLst>
            <pc:docMk/>
            <pc:sldMk cId="3835274127" sldId="279"/>
            <ac:spMk id="14" creationId="{00000000-0000-0000-0000-000000000000}"/>
          </ac:spMkLst>
        </pc:spChg>
        <pc:spChg chg="del">
          <ac:chgData name="Nick Wisely" userId="a459e8a3726ef50c" providerId="LiveId" clId="{19D5AA45-A625-4438-8C3B-94A22A51738B}" dt="2026-09-04T13:58:26.480" v="1040"/>
          <ac:spMkLst>
            <pc:docMk/>
            <pc:sldMk cId="3835274127" sldId="279"/>
            <ac:spMk id="15" creationId="{00000000-0000-0000-0000-000000000000}"/>
          </ac:spMkLst>
        </pc:spChg>
        <pc:spChg chg="del">
          <ac:chgData name="Nick Wisely" userId="a459e8a3726ef50c" providerId="LiveId" clId="{19D5AA45-A625-4438-8C3B-94A22A51738B}" dt="2026-09-04T13:58:26.482" v="1041"/>
          <ac:spMkLst>
            <pc:docMk/>
            <pc:sldMk cId="3835274127" sldId="279"/>
            <ac:spMk id="16" creationId="{00000000-0000-0000-0000-000000000000}"/>
          </ac:spMkLst>
        </pc:spChg>
        <pc:spChg chg="del">
          <ac:chgData name="Nick Wisely" userId="a459e8a3726ef50c" providerId="LiveId" clId="{19D5AA45-A625-4438-8C3B-94A22A51738B}" dt="2026-09-04T13:58:26.484" v="1042"/>
          <ac:spMkLst>
            <pc:docMk/>
            <pc:sldMk cId="3835274127" sldId="279"/>
            <ac:spMk id="17" creationId="{00000000-0000-0000-0000-000000000000}"/>
          </ac:spMkLst>
        </pc:spChg>
        <pc:spChg chg="del">
          <ac:chgData name="Nick Wisely" userId="a459e8a3726ef50c" providerId="LiveId" clId="{19D5AA45-A625-4438-8C3B-94A22A51738B}" dt="2026-09-04T13:58:26.484" v="1043"/>
          <ac:spMkLst>
            <pc:docMk/>
            <pc:sldMk cId="3835274127" sldId="279"/>
            <ac:spMk id="18" creationId="{00000000-0000-0000-0000-000000000000}"/>
          </ac:spMkLst>
        </pc:spChg>
        <pc:spChg chg="del">
          <ac:chgData name="Nick Wisely" userId="a459e8a3726ef50c" providerId="LiveId" clId="{19D5AA45-A625-4438-8C3B-94A22A51738B}" dt="2026-09-04T13:58:26.484" v="1044"/>
          <ac:spMkLst>
            <pc:docMk/>
            <pc:sldMk cId="3835274127" sldId="279"/>
            <ac:spMk id="19" creationId="{00000000-0000-0000-0000-000000000000}"/>
          </ac:spMkLst>
        </pc:spChg>
        <pc:spChg chg="del">
          <ac:chgData name="Nick Wisely" userId="a459e8a3726ef50c" providerId="LiveId" clId="{19D5AA45-A625-4438-8C3B-94A22A51738B}" dt="2026-09-04T13:58:26.484" v="1045"/>
          <ac:spMkLst>
            <pc:docMk/>
            <pc:sldMk cId="3835274127" sldId="279"/>
            <ac:spMk id="20" creationId="{00000000-0000-0000-0000-000000000000}"/>
          </ac:spMkLst>
        </pc:spChg>
        <pc:spChg chg="del">
          <ac:chgData name="Nick Wisely" userId="a459e8a3726ef50c" providerId="LiveId" clId="{19D5AA45-A625-4438-8C3B-94A22A51738B}" dt="2026-09-04T13:58:26.484" v="1046"/>
          <ac:spMkLst>
            <pc:docMk/>
            <pc:sldMk cId="3835274127" sldId="279"/>
            <ac:spMk id="21" creationId="{00000000-0000-0000-0000-000000000000}"/>
          </ac:spMkLst>
        </pc:spChg>
        <pc:spChg chg="del">
          <ac:chgData name="Nick Wisely" userId="a459e8a3726ef50c" providerId="LiveId" clId="{19D5AA45-A625-4438-8C3B-94A22A51738B}" dt="2026-09-04T13:58:26.484" v="1047"/>
          <ac:spMkLst>
            <pc:docMk/>
            <pc:sldMk cId="3835274127" sldId="279"/>
            <ac:spMk id="22" creationId="{00000000-0000-0000-0000-000000000000}"/>
          </ac:spMkLst>
        </pc:spChg>
        <pc:spChg chg="del">
          <ac:chgData name="Nick Wisely" userId="a459e8a3726ef50c" providerId="LiveId" clId="{19D5AA45-A625-4438-8C3B-94A22A51738B}" dt="2026-09-04T13:58:26.484" v="1048"/>
          <ac:spMkLst>
            <pc:docMk/>
            <pc:sldMk cId="3835274127" sldId="279"/>
            <ac:spMk id="23" creationId="{00000000-0000-0000-0000-000000000000}"/>
          </ac:spMkLst>
        </pc:spChg>
        <pc:spChg chg="del">
          <ac:chgData name="Nick Wisely" userId="a459e8a3726ef50c" providerId="LiveId" clId="{19D5AA45-A625-4438-8C3B-94A22A51738B}" dt="2026-09-04T13:58:26.493" v="1049"/>
          <ac:spMkLst>
            <pc:docMk/>
            <pc:sldMk cId="3835274127" sldId="279"/>
            <ac:spMk id="24" creationId="{00000000-0000-0000-0000-000000000000}"/>
          </ac:spMkLst>
        </pc:spChg>
        <pc:spChg chg="del">
          <ac:chgData name="Nick Wisely" userId="a459e8a3726ef50c" providerId="LiveId" clId="{19D5AA45-A625-4438-8C3B-94A22A51738B}" dt="2026-09-04T13:58:26.493" v="1050"/>
          <ac:spMkLst>
            <pc:docMk/>
            <pc:sldMk cId="3835274127" sldId="279"/>
            <ac:spMk id="25" creationId="{00000000-0000-0000-0000-000000000000}"/>
          </ac:spMkLst>
        </pc:spChg>
        <pc:spChg chg="del">
          <ac:chgData name="Nick Wisely" userId="a459e8a3726ef50c" providerId="LiveId" clId="{19D5AA45-A625-4438-8C3B-94A22A51738B}" dt="2026-09-04T13:58:26.495" v="1051"/>
          <ac:spMkLst>
            <pc:docMk/>
            <pc:sldMk cId="3835274127" sldId="279"/>
            <ac:spMk id="26" creationId="{00000000-0000-0000-0000-000000000000}"/>
          </ac:spMkLst>
        </pc:spChg>
        <pc:spChg chg="del">
          <ac:chgData name="Nick Wisely" userId="a459e8a3726ef50c" providerId="LiveId" clId="{19D5AA45-A625-4438-8C3B-94A22A51738B}" dt="2026-09-04T13:58:26.495" v="1052"/>
          <ac:spMkLst>
            <pc:docMk/>
            <pc:sldMk cId="3835274127" sldId="279"/>
            <ac:spMk id="27" creationId="{00000000-0000-0000-0000-000000000000}"/>
          </ac:spMkLst>
        </pc:spChg>
        <pc:spChg chg="del">
          <ac:chgData name="Nick Wisely" userId="a459e8a3726ef50c" providerId="LiveId" clId="{19D5AA45-A625-4438-8C3B-94A22A51738B}" dt="2026-09-04T13:58:26.497" v="1053"/>
          <ac:spMkLst>
            <pc:docMk/>
            <pc:sldMk cId="3835274127" sldId="279"/>
            <ac:spMk id="28" creationId="{00000000-0000-0000-0000-000000000000}"/>
          </ac:spMkLst>
        </pc:spChg>
        <pc:spChg chg="del">
          <ac:chgData name="Nick Wisely" userId="a459e8a3726ef50c" providerId="LiveId" clId="{19D5AA45-A625-4438-8C3B-94A22A51738B}" dt="2026-09-04T13:58:26.499" v="1054"/>
          <ac:spMkLst>
            <pc:docMk/>
            <pc:sldMk cId="3835274127" sldId="279"/>
            <ac:spMk id="29" creationId="{00000000-0000-0000-0000-000000000000}"/>
          </ac:spMkLst>
        </pc:spChg>
        <pc:spChg chg="del">
          <ac:chgData name="Nick Wisely" userId="a459e8a3726ef50c" providerId="LiveId" clId="{19D5AA45-A625-4438-8C3B-94A22A51738B}" dt="2026-09-04T13:58:26.499" v="1055"/>
          <ac:spMkLst>
            <pc:docMk/>
            <pc:sldMk cId="3835274127" sldId="279"/>
            <ac:spMk id="30" creationId="{00000000-0000-0000-0000-000000000000}"/>
          </ac:spMkLst>
        </pc:spChg>
        <pc:spChg chg="del">
          <ac:chgData name="Nick Wisely" userId="a459e8a3726ef50c" providerId="LiveId" clId="{19D5AA45-A625-4438-8C3B-94A22A51738B}" dt="2026-09-04T13:58:26.499" v="1056"/>
          <ac:spMkLst>
            <pc:docMk/>
            <pc:sldMk cId="3835274127" sldId="279"/>
            <ac:spMk id="31" creationId="{00000000-0000-0000-0000-000000000000}"/>
          </ac:spMkLst>
        </pc:spChg>
        <pc:spChg chg="del">
          <ac:chgData name="Nick Wisely" userId="a459e8a3726ef50c" providerId="LiveId" clId="{19D5AA45-A625-4438-8C3B-94A22A51738B}" dt="2026-09-04T13:58:26.499" v="1057"/>
          <ac:spMkLst>
            <pc:docMk/>
            <pc:sldMk cId="3835274127" sldId="279"/>
            <ac:spMk id="32" creationId="{00000000-0000-0000-0000-000000000000}"/>
          </ac:spMkLst>
        </pc:spChg>
        <pc:spChg chg="del">
          <ac:chgData name="Nick Wisely" userId="a459e8a3726ef50c" providerId="LiveId" clId="{19D5AA45-A625-4438-8C3B-94A22A51738B}" dt="2026-09-04T13:58:26.499" v="1058"/>
          <ac:spMkLst>
            <pc:docMk/>
            <pc:sldMk cId="3835274127" sldId="279"/>
            <ac:spMk id="33" creationId="{00000000-0000-0000-0000-000000000000}"/>
          </ac:spMkLst>
        </pc:spChg>
        <pc:spChg chg="del">
          <ac:chgData name="Nick Wisely" userId="a459e8a3726ef50c" providerId="LiveId" clId="{19D5AA45-A625-4438-8C3B-94A22A51738B}" dt="2026-09-04T13:58:26.499" v="1059"/>
          <ac:spMkLst>
            <pc:docMk/>
            <pc:sldMk cId="3835274127" sldId="279"/>
            <ac:spMk id="34" creationId="{00000000-0000-0000-0000-000000000000}"/>
          </ac:spMkLst>
        </pc:spChg>
        <pc:spChg chg="del">
          <ac:chgData name="Nick Wisely" userId="a459e8a3726ef50c" providerId="LiveId" clId="{19D5AA45-A625-4438-8C3B-94A22A51738B}" dt="2026-09-04T13:58:26.499" v="1060"/>
          <ac:spMkLst>
            <pc:docMk/>
            <pc:sldMk cId="3835274127" sldId="279"/>
            <ac:spMk id="35" creationId="{00000000-0000-0000-0000-000000000000}"/>
          </ac:spMkLst>
        </pc:spChg>
        <pc:spChg chg="del">
          <ac:chgData name="Nick Wisely" userId="a459e8a3726ef50c" providerId="LiveId" clId="{19D5AA45-A625-4438-8C3B-94A22A51738B}" dt="2026-09-04T13:58:26.499" v="1061"/>
          <ac:spMkLst>
            <pc:docMk/>
            <pc:sldMk cId="3835274127" sldId="279"/>
            <ac:spMk id="36" creationId="{00000000-0000-0000-0000-000000000000}"/>
          </ac:spMkLst>
        </pc:spChg>
        <pc:spChg chg="del">
          <ac:chgData name="Nick Wisely" userId="a459e8a3726ef50c" providerId="LiveId" clId="{19D5AA45-A625-4438-8C3B-94A22A51738B}" dt="2026-09-04T13:58:26.499" v="1062"/>
          <ac:spMkLst>
            <pc:docMk/>
            <pc:sldMk cId="3835274127" sldId="279"/>
            <ac:spMk id="37" creationId="{00000000-0000-0000-0000-000000000000}"/>
          </ac:spMkLst>
        </pc:spChg>
        <pc:spChg chg="del">
          <ac:chgData name="Nick Wisely" userId="a459e8a3726ef50c" providerId="LiveId" clId="{19D5AA45-A625-4438-8C3B-94A22A51738B}" dt="2026-09-04T13:58:26.499" v="1063"/>
          <ac:spMkLst>
            <pc:docMk/>
            <pc:sldMk cId="3835274127" sldId="279"/>
            <ac:spMk id="38" creationId="{00000000-0000-0000-0000-000000000000}"/>
          </ac:spMkLst>
        </pc:spChg>
        <pc:spChg chg="del">
          <ac:chgData name="Nick Wisely" userId="a459e8a3726ef50c" providerId="LiveId" clId="{19D5AA45-A625-4438-8C3B-94A22A51738B}" dt="2026-09-04T13:58:26.499" v="1064"/>
          <ac:spMkLst>
            <pc:docMk/>
            <pc:sldMk cId="3835274127" sldId="279"/>
            <ac:spMk id="39" creationId="{00000000-0000-0000-0000-000000000000}"/>
          </ac:spMkLst>
        </pc:spChg>
        <pc:spChg chg="del">
          <ac:chgData name="Nick Wisely" userId="a459e8a3726ef50c" providerId="LiveId" clId="{19D5AA45-A625-4438-8C3B-94A22A51738B}" dt="2026-09-04T13:58:26.509" v="1065"/>
          <ac:spMkLst>
            <pc:docMk/>
            <pc:sldMk cId="3835274127" sldId="279"/>
            <ac:spMk id="40" creationId="{00000000-0000-0000-0000-000000000000}"/>
          </ac:spMkLst>
        </pc:spChg>
        <pc:spChg chg="del">
          <ac:chgData name="Nick Wisely" userId="a459e8a3726ef50c" providerId="LiveId" clId="{19D5AA45-A625-4438-8C3B-94A22A51738B}" dt="2026-09-04T13:58:26.509" v="1066"/>
          <ac:spMkLst>
            <pc:docMk/>
            <pc:sldMk cId="3835274127" sldId="279"/>
            <ac:spMk id="41" creationId="{00000000-0000-0000-0000-000000000000}"/>
          </ac:spMkLst>
        </pc:spChg>
        <pc:spChg chg="del">
          <ac:chgData name="Nick Wisely" userId="a459e8a3726ef50c" providerId="LiveId" clId="{19D5AA45-A625-4438-8C3B-94A22A51738B}" dt="2026-09-04T13:58:26.509" v="1067"/>
          <ac:spMkLst>
            <pc:docMk/>
            <pc:sldMk cId="3835274127" sldId="279"/>
            <ac:spMk id="42" creationId="{00000000-0000-0000-0000-000000000000}"/>
          </ac:spMkLst>
        </pc:spChg>
        <pc:spChg chg="mod">
          <ac:chgData name="Nick Wisely" userId="a459e8a3726ef50c" providerId="LiveId" clId="{19D5AA45-A625-4438-8C3B-94A22A51738B}" dt="2026-09-04T13:17:19.365" v="603"/>
          <ac:spMkLst>
            <pc:docMk/>
            <pc:sldMk cId="3835274127" sldId="279"/>
            <ac:spMk id="43" creationId="{00000000-0000-0000-0000-000000000000}"/>
          </ac:spMkLst>
        </pc:spChg>
        <pc:graphicFrameChg chg="mod">
          <ac:chgData name="Nick Wisely" userId="a459e8a3726ef50c" providerId="LiveId" clId="{19D5AA45-A625-4438-8C3B-94A22A51738B}" dt="2026-09-04T13:58:26.511" v="1069"/>
          <ac:graphicFrameMkLst>
            <pc:docMk/>
            <pc:sldMk cId="3835274127" sldId="279"/>
            <ac:graphicFrameMk id="10" creationId="{00000000-0000-0000-0000-000000000000}"/>
          </ac:graphicFrameMkLst>
        </pc:graphicFrameChg>
        <pc:graphicFrameChg chg="add modGraphic">
          <ac:chgData name="Nick Wisely" userId="a459e8a3726ef50c" providerId="LiveId" clId="{19D5AA45-A625-4438-8C3B-94A22A51738B}" dt="2026-09-04T13:58:26.686" v="1195"/>
          <ac:graphicFrameMkLst>
            <pc:docMk/>
            <pc:sldMk cId="3835274127" sldId="279"/>
            <ac:graphicFrameMk id="45" creationId="{2CD3995F-5AE0-424A-820D-820289B785EF}"/>
          </ac:graphicFrameMkLst>
        </pc:graphicFrameChg>
      </pc:sldChg>
      <pc:sldChg chg="addSp delSp modSp add del mod ord">
        <pc:chgData name="Nick Wisely" userId="a459e8a3726ef50c" providerId="LiveId" clId="{19D5AA45-A625-4438-8C3B-94A22A51738B}" dt="2026-09-04T14:05:04.879" v="1465"/>
        <pc:sldMkLst>
          <pc:docMk/>
          <pc:sldMk cId="3201125329" sldId="280"/>
        </pc:sldMkLst>
        <pc:spChg chg="mod">
          <ac:chgData name="Nick Wisely" userId="a459e8a3726ef50c" providerId="LiveId" clId="{19D5AA45-A625-4438-8C3B-94A22A51738B}" dt="2026-09-04T14:04:54.509" v="1445"/>
          <ac:spMkLst>
            <pc:docMk/>
            <pc:sldMk cId="3201125329" sldId="280"/>
            <ac:spMk id="9" creationId="{00000000-0000-0000-0000-000000000000}"/>
          </ac:spMkLst>
        </pc:spChg>
        <pc:spChg chg="del">
          <ac:chgData name="Nick Wisely" userId="a459e8a3726ef50c" providerId="LiveId" clId="{19D5AA45-A625-4438-8C3B-94A22A51738B}" dt="2026-09-04T14:04:33.352" v="1211"/>
          <ac:spMkLst>
            <pc:docMk/>
            <pc:sldMk cId="3201125329" sldId="280"/>
            <ac:spMk id="10" creationId="{00000000-0000-0000-0000-000000000000}"/>
          </ac:spMkLst>
        </pc:spChg>
        <pc:spChg chg="del">
          <ac:chgData name="Nick Wisely" userId="a459e8a3726ef50c" providerId="LiveId" clId="{19D5AA45-A625-4438-8C3B-94A22A51738B}" dt="2026-09-04T14:04:33.354" v="1212"/>
          <ac:spMkLst>
            <pc:docMk/>
            <pc:sldMk cId="3201125329" sldId="280"/>
            <ac:spMk id="11" creationId="{00000000-0000-0000-0000-000000000000}"/>
          </ac:spMkLst>
        </pc:spChg>
        <pc:spChg chg="del">
          <ac:chgData name="Nick Wisely" userId="a459e8a3726ef50c" providerId="LiveId" clId="{19D5AA45-A625-4438-8C3B-94A22A51738B}" dt="2026-09-04T14:04:33.354" v="1213"/>
          <ac:spMkLst>
            <pc:docMk/>
            <pc:sldMk cId="3201125329" sldId="280"/>
            <ac:spMk id="12" creationId="{00000000-0000-0000-0000-000000000000}"/>
          </ac:spMkLst>
        </pc:spChg>
        <pc:spChg chg="del">
          <ac:chgData name="Nick Wisely" userId="a459e8a3726ef50c" providerId="LiveId" clId="{19D5AA45-A625-4438-8C3B-94A22A51738B}" dt="2026-09-04T14:04:33.355" v="1214"/>
          <ac:spMkLst>
            <pc:docMk/>
            <pc:sldMk cId="3201125329" sldId="280"/>
            <ac:spMk id="13" creationId="{00000000-0000-0000-0000-000000000000}"/>
          </ac:spMkLst>
        </pc:spChg>
        <pc:spChg chg="del">
          <ac:chgData name="Nick Wisely" userId="a459e8a3726ef50c" providerId="LiveId" clId="{19D5AA45-A625-4438-8C3B-94A22A51738B}" dt="2026-09-04T14:04:33.357" v="1215"/>
          <ac:spMkLst>
            <pc:docMk/>
            <pc:sldMk cId="3201125329" sldId="280"/>
            <ac:spMk id="14" creationId="{00000000-0000-0000-0000-000000000000}"/>
          </ac:spMkLst>
        </pc:spChg>
        <pc:spChg chg="del mod">
          <ac:chgData name="Nick Wisely" userId="a459e8a3726ef50c" providerId="LiveId" clId="{19D5AA45-A625-4438-8C3B-94A22A51738B}" dt="2026-09-04T14:04:33.359" v="1216"/>
          <ac:spMkLst>
            <pc:docMk/>
            <pc:sldMk cId="3201125329" sldId="280"/>
            <ac:spMk id="15" creationId="{00000000-0000-0000-0000-000000000000}"/>
          </ac:spMkLst>
        </pc:spChg>
        <pc:spChg chg="del">
          <ac:chgData name="Nick Wisely" userId="a459e8a3726ef50c" providerId="LiveId" clId="{19D5AA45-A625-4438-8C3B-94A22A51738B}" dt="2026-09-04T14:04:33.359" v="1217"/>
          <ac:spMkLst>
            <pc:docMk/>
            <pc:sldMk cId="3201125329" sldId="280"/>
            <ac:spMk id="16" creationId="{00000000-0000-0000-0000-000000000000}"/>
          </ac:spMkLst>
        </pc:spChg>
        <pc:spChg chg="del">
          <ac:chgData name="Nick Wisely" userId="a459e8a3726ef50c" providerId="LiveId" clId="{19D5AA45-A625-4438-8C3B-94A22A51738B}" dt="2026-09-04T14:04:33.361" v="1218"/>
          <ac:spMkLst>
            <pc:docMk/>
            <pc:sldMk cId="3201125329" sldId="280"/>
            <ac:spMk id="17" creationId="{00000000-0000-0000-0000-000000000000}"/>
          </ac:spMkLst>
        </pc:spChg>
        <pc:spChg chg="del">
          <ac:chgData name="Nick Wisely" userId="a459e8a3726ef50c" providerId="LiveId" clId="{19D5AA45-A625-4438-8C3B-94A22A51738B}" dt="2026-09-04T14:04:33.361" v="1219"/>
          <ac:spMkLst>
            <pc:docMk/>
            <pc:sldMk cId="3201125329" sldId="280"/>
            <ac:spMk id="18" creationId="{00000000-0000-0000-0000-000000000000}"/>
          </ac:spMkLst>
        </pc:spChg>
        <pc:spChg chg="del">
          <ac:chgData name="Nick Wisely" userId="a459e8a3726ef50c" providerId="LiveId" clId="{19D5AA45-A625-4438-8C3B-94A22A51738B}" dt="2026-09-04T14:04:33.364" v="1220"/>
          <ac:spMkLst>
            <pc:docMk/>
            <pc:sldMk cId="3201125329" sldId="280"/>
            <ac:spMk id="19" creationId="{00000000-0000-0000-0000-000000000000}"/>
          </ac:spMkLst>
        </pc:spChg>
        <pc:spChg chg="del">
          <ac:chgData name="Nick Wisely" userId="a459e8a3726ef50c" providerId="LiveId" clId="{19D5AA45-A625-4438-8C3B-94A22A51738B}" dt="2026-09-04T14:04:33.364" v="1221"/>
          <ac:spMkLst>
            <pc:docMk/>
            <pc:sldMk cId="3201125329" sldId="280"/>
            <ac:spMk id="20" creationId="{00000000-0000-0000-0000-000000000000}"/>
          </ac:spMkLst>
        </pc:spChg>
        <pc:spChg chg="del">
          <ac:chgData name="Nick Wisely" userId="a459e8a3726ef50c" providerId="LiveId" clId="{19D5AA45-A625-4438-8C3B-94A22A51738B}" dt="2026-09-04T14:04:33.365" v="1222"/>
          <ac:spMkLst>
            <pc:docMk/>
            <pc:sldMk cId="3201125329" sldId="280"/>
            <ac:spMk id="21" creationId="{00000000-0000-0000-0000-000000000000}"/>
          </ac:spMkLst>
        </pc:spChg>
        <pc:spChg chg="del">
          <ac:chgData name="Nick Wisely" userId="a459e8a3726ef50c" providerId="LiveId" clId="{19D5AA45-A625-4438-8C3B-94A22A51738B}" dt="2026-09-04T14:04:33.366" v="1223"/>
          <ac:spMkLst>
            <pc:docMk/>
            <pc:sldMk cId="3201125329" sldId="280"/>
            <ac:spMk id="22" creationId="{00000000-0000-0000-0000-000000000000}"/>
          </ac:spMkLst>
        </pc:spChg>
        <pc:spChg chg="del">
          <ac:chgData name="Nick Wisely" userId="a459e8a3726ef50c" providerId="LiveId" clId="{19D5AA45-A625-4438-8C3B-94A22A51738B}" dt="2026-09-04T14:04:33.366" v="1224"/>
          <ac:spMkLst>
            <pc:docMk/>
            <pc:sldMk cId="3201125329" sldId="280"/>
            <ac:spMk id="23" creationId="{00000000-0000-0000-0000-000000000000}"/>
          </ac:spMkLst>
        </pc:spChg>
        <pc:spChg chg="del">
          <ac:chgData name="Nick Wisely" userId="a459e8a3726ef50c" providerId="LiveId" clId="{19D5AA45-A625-4438-8C3B-94A22A51738B}" dt="2026-09-04T14:04:33.367" v="1225"/>
          <ac:spMkLst>
            <pc:docMk/>
            <pc:sldMk cId="3201125329" sldId="280"/>
            <ac:spMk id="24" creationId="{00000000-0000-0000-0000-000000000000}"/>
          </ac:spMkLst>
        </pc:spChg>
        <pc:spChg chg="del">
          <ac:chgData name="Nick Wisely" userId="a459e8a3726ef50c" providerId="LiveId" clId="{19D5AA45-A625-4438-8C3B-94A22A51738B}" dt="2026-09-04T14:04:33.367" v="1226"/>
          <ac:spMkLst>
            <pc:docMk/>
            <pc:sldMk cId="3201125329" sldId="280"/>
            <ac:spMk id="25" creationId="{00000000-0000-0000-0000-000000000000}"/>
          </ac:spMkLst>
        </pc:spChg>
        <pc:spChg chg="del">
          <ac:chgData name="Nick Wisely" userId="a459e8a3726ef50c" providerId="LiveId" clId="{19D5AA45-A625-4438-8C3B-94A22A51738B}" dt="2026-09-04T14:04:33.367" v="1227"/>
          <ac:spMkLst>
            <pc:docMk/>
            <pc:sldMk cId="3201125329" sldId="280"/>
            <ac:spMk id="26" creationId="{00000000-0000-0000-0000-000000000000}"/>
          </ac:spMkLst>
        </pc:spChg>
        <pc:spChg chg="del">
          <ac:chgData name="Nick Wisely" userId="a459e8a3726ef50c" providerId="LiveId" clId="{19D5AA45-A625-4438-8C3B-94A22A51738B}" dt="2026-09-04T14:04:33.367" v="1228"/>
          <ac:spMkLst>
            <pc:docMk/>
            <pc:sldMk cId="3201125329" sldId="280"/>
            <ac:spMk id="27" creationId="{00000000-0000-0000-0000-000000000000}"/>
          </ac:spMkLst>
        </pc:spChg>
        <pc:spChg chg="del">
          <ac:chgData name="Nick Wisely" userId="a459e8a3726ef50c" providerId="LiveId" clId="{19D5AA45-A625-4438-8C3B-94A22A51738B}" dt="2026-09-04T14:04:33.367" v="1229"/>
          <ac:spMkLst>
            <pc:docMk/>
            <pc:sldMk cId="3201125329" sldId="280"/>
            <ac:spMk id="28" creationId="{00000000-0000-0000-0000-000000000000}"/>
          </ac:spMkLst>
        </pc:spChg>
        <pc:spChg chg="del">
          <ac:chgData name="Nick Wisely" userId="a459e8a3726ef50c" providerId="LiveId" clId="{19D5AA45-A625-4438-8C3B-94A22A51738B}" dt="2026-09-04T14:04:33.367" v="1230"/>
          <ac:spMkLst>
            <pc:docMk/>
            <pc:sldMk cId="3201125329" sldId="280"/>
            <ac:spMk id="29" creationId="{00000000-0000-0000-0000-000000000000}"/>
          </ac:spMkLst>
        </pc:spChg>
        <pc:spChg chg="del">
          <ac:chgData name="Nick Wisely" userId="a459e8a3726ef50c" providerId="LiveId" clId="{19D5AA45-A625-4438-8C3B-94A22A51738B}" dt="2026-09-04T14:04:33.367" v="1231"/>
          <ac:spMkLst>
            <pc:docMk/>
            <pc:sldMk cId="3201125329" sldId="280"/>
            <ac:spMk id="30" creationId="{00000000-0000-0000-0000-000000000000}"/>
          </ac:spMkLst>
        </pc:spChg>
        <pc:spChg chg="del mod">
          <ac:chgData name="Nick Wisely" userId="a459e8a3726ef50c" providerId="LiveId" clId="{19D5AA45-A625-4438-8C3B-94A22A51738B}" dt="2026-09-04T14:04:33.367" v="1232"/>
          <ac:spMkLst>
            <pc:docMk/>
            <pc:sldMk cId="3201125329" sldId="280"/>
            <ac:spMk id="31" creationId="{00000000-0000-0000-0000-000000000000}"/>
          </ac:spMkLst>
        </pc:spChg>
        <pc:spChg chg="del">
          <ac:chgData name="Nick Wisely" userId="a459e8a3726ef50c" providerId="LiveId" clId="{19D5AA45-A625-4438-8C3B-94A22A51738B}" dt="2026-09-04T14:04:33.367" v="1233"/>
          <ac:spMkLst>
            <pc:docMk/>
            <pc:sldMk cId="3201125329" sldId="280"/>
            <ac:spMk id="32" creationId="{00000000-0000-0000-0000-000000000000}"/>
          </ac:spMkLst>
        </pc:spChg>
        <pc:spChg chg="del">
          <ac:chgData name="Nick Wisely" userId="a459e8a3726ef50c" providerId="LiveId" clId="{19D5AA45-A625-4438-8C3B-94A22A51738B}" dt="2026-09-04T14:04:33.367" v="1234"/>
          <ac:spMkLst>
            <pc:docMk/>
            <pc:sldMk cId="3201125329" sldId="280"/>
            <ac:spMk id="33" creationId="{00000000-0000-0000-0000-000000000000}"/>
          </ac:spMkLst>
        </pc:spChg>
        <pc:spChg chg="del">
          <ac:chgData name="Nick Wisely" userId="a459e8a3726ef50c" providerId="LiveId" clId="{19D5AA45-A625-4438-8C3B-94A22A51738B}" dt="2026-09-04T14:04:33.367" v="1235"/>
          <ac:spMkLst>
            <pc:docMk/>
            <pc:sldMk cId="3201125329" sldId="280"/>
            <ac:spMk id="34" creationId="{00000000-0000-0000-0000-000000000000}"/>
          </ac:spMkLst>
        </pc:spChg>
        <pc:spChg chg="del">
          <ac:chgData name="Nick Wisely" userId="a459e8a3726ef50c" providerId="LiveId" clId="{19D5AA45-A625-4438-8C3B-94A22A51738B}" dt="2026-09-04T14:04:33.367" v="1236"/>
          <ac:spMkLst>
            <pc:docMk/>
            <pc:sldMk cId="3201125329" sldId="280"/>
            <ac:spMk id="35" creationId="{00000000-0000-0000-0000-000000000000}"/>
          </ac:spMkLst>
        </pc:spChg>
        <pc:spChg chg="del">
          <ac:chgData name="Nick Wisely" userId="a459e8a3726ef50c" providerId="LiveId" clId="{19D5AA45-A625-4438-8C3B-94A22A51738B}" dt="2026-09-04T14:04:33.367" v="1237"/>
          <ac:spMkLst>
            <pc:docMk/>
            <pc:sldMk cId="3201125329" sldId="280"/>
            <ac:spMk id="36" creationId="{00000000-0000-0000-0000-000000000000}"/>
          </ac:spMkLst>
        </pc:spChg>
        <pc:spChg chg="del">
          <ac:chgData name="Nick Wisely" userId="a459e8a3726ef50c" providerId="LiveId" clId="{19D5AA45-A625-4438-8C3B-94A22A51738B}" dt="2026-09-04T14:04:33.367" v="1238"/>
          <ac:spMkLst>
            <pc:docMk/>
            <pc:sldMk cId="3201125329" sldId="280"/>
            <ac:spMk id="37" creationId="{00000000-0000-0000-0000-000000000000}"/>
          </ac:spMkLst>
        </pc:spChg>
        <pc:spChg chg="del">
          <ac:chgData name="Nick Wisely" userId="a459e8a3726ef50c" providerId="LiveId" clId="{19D5AA45-A625-4438-8C3B-94A22A51738B}" dt="2026-09-04T14:04:33.380" v="1239"/>
          <ac:spMkLst>
            <pc:docMk/>
            <pc:sldMk cId="3201125329" sldId="280"/>
            <ac:spMk id="38" creationId="{00000000-0000-0000-0000-000000000000}"/>
          </ac:spMkLst>
        </pc:spChg>
        <pc:spChg chg="del">
          <ac:chgData name="Nick Wisely" userId="a459e8a3726ef50c" providerId="LiveId" clId="{19D5AA45-A625-4438-8C3B-94A22A51738B}" dt="2026-09-04T14:04:33.383" v="1240"/>
          <ac:spMkLst>
            <pc:docMk/>
            <pc:sldMk cId="3201125329" sldId="280"/>
            <ac:spMk id="39" creationId="{00000000-0000-0000-0000-000000000000}"/>
          </ac:spMkLst>
        </pc:spChg>
        <pc:spChg chg="del">
          <ac:chgData name="Nick Wisely" userId="a459e8a3726ef50c" providerId="LiveId" clId="{19D5AA45-A625-4438-8C3B-94A22A51738B}" dt="2026-09-04T14:04:33.384" v="1241"/>
          <ac:spMkLst>
            <pc:docMk/>
            <pc:sldMk cId="3201125329" sldId="280"/>
            <ac:spMk id="40" creationId="{00000000-0000-0000-0000-000000000000}"/>
          </ac:spMkLst>
        </pc:spChg>
        <pc:spChg chg="del">
          <ac:chgData name="Nick Wisely" userId="a459e8a3726ef50c" providerId="LiveId" clId="{19D5AA45-A625-4438-8C3B-94A22A51738B}" dt="2026-09-04T14:04:33.385" v="1242"/>
          <ac:spMkLst>
            <pc:docMk/>
            <pc:sldMk cId="3201125329" sldId="280"/>
            <ac:spMk id="41" creationId="{00000000-0000-0000-0000-000000000000}"/>
          </ac:spMkLst>
        </pc:spChg>
        <pc:spChg chg="del">
          <ac:chgData name="Nick Wisely" userId="a459e8a3726ef50c" providerId="LiveId" clId="{19D5AA45-A625-4438-8C3B-94A22A51738B}" dt="2026-09-04T14:04:33.386" v="1243"/>
          <ac:spMkLst>
            <pc:docMk/>
            <pc:sldMk cId="3201125329" sldId="280"/>
            <ac:spMk id="42" creationId="{00000000-0000-0000-0000-000000000000}"/>
          </ac:spMkLst>
        </pc:spChg>
        <pc:spChg chg="del">
          <ac:chgData name="Nick Wisely" userId="a459e8a3726ef50c" providerId="LiveId" clId="{19D5AA45-A625-4438-8C3B-94A22A51738B}" dt="2026-09-04T14:04:33.387" v="1244"/>
          <ac:spMkLst>
            <pc:docMk/>
            <pc:sldMk cId="3201125329" sldId="280"/>
            <ac:spMk id="43" creationId="{00000000-0000-0000-0000-000000000000}"/>
          </ac:spMkLst>
        </pc:spChg>
        <pc:spChg chg="del">
          <ac:chgData name="Nick Wisely" userId="a459e8a3726ef50c" providerId="LiveId" clId="{19D5AA45-A625-4438-8C3B-94A22A51738B}" dt="2026-09-04T14:04:33.389" v="1245"/>
          <ac:spMkLst>
            <pc:docMk/>
            <pc:sldMk cId="3201125329" sldId="280"/>
            <ac:spMk id="44" creationId="{00000000-0000-0000-0000-000000000000}"/>
          </ac:spMkLst>
        </pc:spChg>
        <pc:spChg chg="del">
          <ac:chgData name="Nick Wisely" userId="a459e8a3726ef50c" providerId="LiveId" clId="{19D5AA45-A625-4438-8C3B-94A22A51738B}" dt="2026-09-04T14:04:33.389" v="1246"/>
          <ac:spMkLst>
            <pc:docMk/>
            <pc:sldMk cId="3201125329" sldId="280"/>
            <ac:spMk id="45" creationId="{00000000-0000-0000-0000-000000000000}"/>
          </ac:spMkLst>
        </pc:spChg>
        <pc:spChg chg="mod">
          <ac:chgData name="Nick Wisely" userId="a459e8a3726ef50c" providerId="LiveId" clId="{19D5AA45-A625-4438-8C3B-94A22A51738B}" dt="2026-09-04T14:04:54.513" v="1449"/>
          <ac:spMkLst>
            <pc:docMk/>
            <pc:sldMk cId="3201125329" sldId="280"/>
            <ac:spMk id="46" creationId="{00000000-0000-0000-0000-000000000000}"/>
          </ac:spMkLst>
        </pc:spChg>
        <pc:spChg chg="mod">
          <ac:chgData name="Nick Wisely" userId="a459e8a3726ef50c" providerId="LiveId" clId="{19D5AA45-A625-4438-8C3B-94A22A51738B}" dt="2026-09-04T14:04:54.515" v="1463"/>
          <ac:spMkLst>
            <pc:docMk/>
            <pc:sldMk cId="3201125329" sldId="280"/>
            <ac:spMk id="48" creationId="{00000000-0000-0000-0000-000000000000}"/>
          </ac:spMkLst>
        </pc:spChg>
        <pc:graphicFrameChg chg="mod">
          <ac:chgData name="Nick Wisely" userId="a459e8a3726ef50c" providerId="LiveId" clId="{19D5AA45-A625-4438-8C3B-94A22A51738B}" dt="2026-09-04T14:04:54.515" v="1453"/>
          <ac:graphicFrameMkLst>
            <pc:docMk/>
            <pc:sldMk cId="3201125329" sldId="280"/>
            <ac:graphicFrameMk id="47" creationId="{00000000-0000-0000-0000-000000000000}"/>
          </ac:graphicFrameMkLst>
        </pc:graphicFrameChg>
        <pc:graphicFrameChg chg="add modGraphic">
          <ac:chgData name="Nick Wisely" userId="a459e8a3726ef50c" providerId="LiveId" clId="{19D5AA45-A625-4438-8C3B-94A22A51738B}" dt="2026-09-04T14:04:33.481" v="1321"/>
          <ac:graphicFrameMkLst>
            <pc:docMk/>
            <pc:sldMk cId="3201125329" sldId="280"/>
            <ac:graphicFrameMk id="51" creationId="{6B93ED25-9DCF-4778-97CD-5218EFB546FD}"/>
          </ac:graphicFrameMkLst>
        </pc:graphicFrameChg>
        <pc:graphicFrameChg chg="add modGraphic">
          <ac:chgData name="Nick Wisely" userId="a459e8a3726ef50c" providerId="LiveId" clId="{19D5AA45-A625-4438-8C3B-94A22A51738B}" dt="2026-09-04T14:04:45.796" v="1441"/>
          <ac:graphicFrameMkLst>
            <pc:docMk/>
            <pc:sldMk cId="3201125329" sldId="280"/>
            <ac:graphicFrameMk id="53" creationId="{7AFC8289-51C9-4BD7-BB29-21C0F9600993}"/>
          </ac:graphicFrameMkLst>
        </pc:graphicFrameChg>
        <pc:picChg chg="mod">
          <ac:chgData name="Nick Wisely" userId="a459e8a3726ef50c" providerId="LiveId" clId="{19D5AA45-A625-4438-8C3B-94A22A51738B}" dt="2026-09-04T14:04:54.515" v="1457"/>
          <ac:picMkLst>
            <pc:docMk/>
            <pc:sldMk cId="3201125329" sldId="280"/>
            <ac:picMk id="50" creationId="{B6F2E428-7B33-E4AF-EB4D-C3DA4FD3E085}"/>
          </ac:picMkLst>
        </pc:picChg>
      </pc:sldChg>
      <pc:sldChg chg="addSp delSp modSp add del mod">
        <pc:chgData name="Nick Wisely" userId="a459e8a3726ef50c" providerId="LiveId" clId="{19D5AA45-A625-4438-8C3B-94A22A51738B}" dt="2026-09-04T13:33:57.018" v="696"/>
        <pc:sldMkLst>
          <pc:docMk/>
          <pc:sldMk cId="1383229790" sldId="281"/>
        </pc:sldMkLst>
        <pc:spChg chg="mod">
          <ac:chgData name="Nick Wisely" userId="a459e8a3726ef50c" providerId="LiveId" clId="{19D5AA45-A625-4438-8C3B-94A22A51738B}" dt="2026-09-04T13:18:57.603" v="625"/>
          <ac:spMkLst>
            <pc:docMk/>
            <pc:sldMk cId="1383229790" sldId="281"/>
            <ac:spMk id="36" creationId="{00000000-0000-0000-0000-000000000000}"/>
          </ac:spMkLst>
        </pc:spChg>
        <pc:grpChg chg="del">
          <ac:chgData name="Nick Wisely" userId="a459e8a3726ef50c" providerId="LiveId" clId="{19D5AA45-A625-4438-8C3B-94A22A51738B}" dt="2026-09-04T13:31:32.244" v="688" actId="478"/>
          <ac:grpSpMkLst>
            <pc:docMk/>
            <pc:sldMk cId="1383229790" sldId="281"/>
            <ac:grpSpMk id="37" creationId="{272261FF-E703-7410-5668-897DE0BE64D4}"/>
          </ac:grpSpMkLst>
        </pc:grpChg>
        <pc:picChg chg="add mod modCrop">
          <ac:chgData name="Nick Wisely" userId="a459e8a3726ef50c" providerId="LiveId" clId="{19D5AA45-A625-4438-8C3B-94A22A51738B}" dt="2026-09-04T13:31:54.978" v="692" actId="732"/>
          <ac:picMkLst>
            <pc:docMk/>
            <pc:sldMk cId="1383229790" sldId="281"/>
            <ac:picMk id="39" creationId="{625BE573-4924-6F93-A0C0-DA6B14DDA8AC}"/>
          </ac:picMkLst>
        </pc:picChg>
        <pc:picChg chg="add ord">
          <ac:chgData name="Nick Wisely" userId="a459e8a3726ef50c" providerId="LiveId" clId="{19D5AA45-A625-4438-8C3B-94A22A51738B}" dt="2026-09-04T13:32:35.464" v="694" actId="167"/>
          <ac:picMkLst>
            <pc:docMk/>
            <pc:sldMk cId="1383229790" sldId="281"/>
            <ac:picMk id="41" creationId="{49170574-A2E6-BAF1-B060-0CCC6261062F}"/>
          </ac:picMkLst>
        </pc:picChg>
      </pc:sldChg>
      <pc:sldChg chg="modSp add del mod">
        <pc:chgData name="Nick Wisely" userId="a459e8a3726ef50c" providerId="LiveId" clId="{19D5AA45-A625-4438-8C3B-94A22A51738B}" dt="2026-09-04T13:25:18.801" v="639"/>
        <pc:sldMkLst>
          <pc:docMk/>
          <pc:sldMk cId="1553473848" sldId="282"/>
        </pc:sldMkLst>
        <pc:spChg chg="mod">
          <ac:chgData name="Nick Wisely" userId="a459e8a3726ef50c" providerId="LiveId" clId="{19D5AA45-A625-4438-8C3B-94A22A51738B}" dt="2026-09-04T13:24:41.999" v="637"/>
          <ac:spMkLst>
            <pc:docMk/>
            <pc:sldMk cId="1553473848" sldId="282"/>
            <ac:spMk id="11" creationId="{2C25864B-59EC-5326-4750-CDBE52661939}"/>
          </ac:spMkLst>
        </pc:spChg>
      </pc:sldChg>
      <pc:sldChg chg="add del">
        <pc:chgData name="Nick Wisely" userId="a459e8a3726ef50c" providerId="LiveId" clId="{19D5AA45-A625-4438-8C3B-94A22A51738B}" dt="2026-09-04T13:25:49.526" v="641"/>
        <pc:sldMkLst>
          <pc:docMk/>
          <pc:sldMk cId="542670852" sldId="283"/>
        </pc:sldMkLst>
      </pc:sldChg>
      <pc:sldChg chg="modSp add mod">
        <pc:chgData name="Nick Wisely" userId="a459e8a3726ef50c" providerId="LiveId" clId="{19D5AA45-A625-4438-8C3B-94A22A51738B}" dt="2026-09-04T14:27:31.610" v="2584" actId="207"/>
        <pc:sldMkLst>
          <pc:docMk/>
          <pc:sldMk cId="3117783710" sldId="284"/>
        </pc:sldMkLst>
        <pc:spChg chg="mod">
          <ac:chgData name="Nick Wisely" userId="a459e8a3726ef50c" providerId="LiveId" clId="{19D5AA45-A625-4438-8C3B-94A22A51738B}" dt="2026-09-04T13:25:50.265" v="642"/>
          <ac:spMkLst>
            <pc:docMk/>
            <pc:sldMk cId="3117783710" sldId="284"/>
            <ac:spMk id="6" creationId="{9666E094-ED79-1FE9-632A-19B3B2CE3ED2}"/>
          </ac:spMkLst>
        </pc:spChg>
        <pc:spChg chg="mod">
          <ac:chgData name="Nick Wisely" userId="a459e8a3726ef50c" providerId="LiveId" clId="{19D5AA45-A625-4438-8C3B-94A22A51738B}" dt="2026-09-04T14:27:31.610" v="2584" actId="207"/>
          <ac:spMkLst>
            <pc:docMk/>
            <pc:sldMk cId="3117783710" sldId="284"/>
            <ac:spMk id="11" creationId="{2C25864B-59EC-5326-4750-CDBE52661939}"/>
          </ac:spMkLst>
        </pc:spChg>
        <pc:spChg chg="mod">
          <ac:chgData name="Nick Wisely" userId="a459e8a3726ef50c" providerId="LiveId" clId="{19D5AA45-A625-4438-8C3B-94A22A51738B}" dt="2026-09-04T14:27:27.949" v="2583" actId="207"/>
          <ac:spMkLst>
            <pc:docMk/>
            <pc:sldMk cId="3117783710" sldId="284"/>
            <ac:spMk id="36" creationId="{D3B0864B-B9C5-92EE-8138-2844D775EC17}"/>
          </ac:spMkLst>
        </pc:spChg>
      </pc:sldChg>
      <pc:sldChg chg="add del">
        <pc:chgData name="Nick Wisely" userId="a459e8a3726ef50c" providerId="LiveId" clId="{19D5AA45-A625-4438-8C3B-94A22A51738B}" dt="2026-09-04T13:28:14.424" v="673"/>
        <pc:sldMkLst>
          <pc:docMk/>
          <pc:sldMk cId="1249086608" sldId="285"/>
        </pc:sldMkLst>
      </pc:sldChg>
      <pc:sldChg chg="modSp add mod">
        <pc:chgData name="Nick Wisely" userId="a459e8a3726ef50c" providerId="LiveId" clId="{19D5AA45-A625-4438-8C3B-94A22A51738B}" dt="2026-09-04T14:33:14.981" v="2792" actId="20577"/>
        <pc:sldMkLst>
          <pc:docMk/>
          <pc:sldMk cId="1102073967" sldId="286"/>
        </pc:sldMkLst>
        <pc:spChg chg="mod">
          <ac:chgData name="Nick Wisely" userId="a459e8a3726ef50c" providerId="LiveId" clId="{19D5AA45-A625-4438-8C3B-94A22A51738B}" dt="2026-09-04T14:33:14.981" v="2792" actId="20577"/>
          <ac:spMkLst>
            <pc:docMk/>
            <pc:sldMk cId="1102073967" sldId="286"/>
            <ac:spMk id="11" creationId="{00000000-0000-0000-0000-000000000000}"/>
          </ac:spMkLst>
        </pc:spChg>
        <pc:picChg chg="mod ord modCrop">
          <ac:chgData name="Nick Wisely" userId="a459e8a3726ef50c" providerId="LiveId" clId="{19D5AA45-A625-4438-8C3B-94A22A51738B}" dt="2026-09-04T14:21:55.531" v="2570" actId="1076"/>
          <ac:picMkLst>
            <pc:docMk/>
            <pc:sldMk cId="1102073967" sldId="286"/>
            <ac:picMk id="15" creationId="{8C880653-4940-6D8F-BBB6-8FAC8AF71A77}"/>
          </ac:picMkLst>
        </pc:picChg>
      </pc:sldChg>
      <pc:sldChg chg="delSp modSp add del mod">
        <pc:chgData name="Nick Wisely" userId="a459e8a3726ef50c" providerId="LiveId" clId="{19D5AA45-A625-4438-8C3B-94A22A51738B}" dt="2026-09-04T13:35:55.768" v="722"/>
        <pc:sldMkLst>
          <pc:docMk/>
          <pc:sldMk cId="3728431340" sldId="287"/>
        </pc:sldMkLst>
        <pc:spChg chg="mod">
          <ac:chgData name="Nick Wisely" userId="a459e8a3726ef50c" providerId="LiveId" clId="{19D5AA45-A625-4438-8C3B-94A22A51738B}" dt="2026-09-04T13:33:57.645" v="698"/>
          <ac:spMkLst>
            <pc:docMk/>
            <pc:sldMk cId="3728431340" sldId="287"/>
            <ac:spMk id="9" creationId="{00000000-0000-0000-0000-000000000000}"/>
          </ac:spMkLst>
        </pc:spChg>
        <pc:spChg chg="mod">
          <ac:chgData name="Nick Wisely" userId="a459e8a3726ef50c" providerId="LiveId" clId="{19D5AA45-A625-4438-8C3B-94A22A51738B}" dt="2026-09-04T13:33:57.645" v="700"/>
          <ac:spMkLst>
            <pc:docMk/>
            <pc:sldMk cId="3728431340" sldId="287"/>
            <ac:spMk id="11" creationId="{00000000-0000-0000-0000-000000000000}"/>
          </ac:spMkLst>
        </pc:spChg>
        <pc:picChg chg="mod">
          <ac:chgData name="Nick Wisely" userId="a459e8a3726ef50c" providerId="LiveId" clId="{19D5AA45-A625-4438-8C3B-94A22A51738B}" dt="2026-09-04T13:35:34.474" v="720" actId="1036"/>
          <ac:picMkLst>
            <pc:docMk/>
            <pc:sldMk cId="3728431340" sldId="287"/>
            <ac:picMk id="39" creationId="{625BE573-4924-6F93-A0C0-DA6B14DDA8AC}"/>
          </ac:picMkLst>
        </pc:picChg>
        <pc:picChg chg="del">
          <ac:chgData name="Nick Wisely" userId="a459e8a3726ef50c" providerId="LiveId" clId="{19D5AA45-A625-4438-8C3B-94A22A51738B}" dt="2026-09-04T13:34:38.511" v="702"/>
          <ac:picMkLst>
            <pc:docMk/>
            <pc:sldMk cId="3728431340" sldId="287"/>
            <ac:picMk id="41" creationId="{49170574-A2E6-BAF1-B060-0CCC6261062F}"/>
          </ac:picMkLst>
        </pc:picChg>
      </pc:sldChg>
      <pc:sldChg chg="delSp modSp add del mod">
        <pc:chgData name="Nick Wisely" userId="a459e8a3726ef50c" providerId="LiveId" clId="{19D5AA45-A625-4438-8C3B-94A22A51738B}" dt="2026-09-04T13:35:00.853" v="711"/>
        <pc:sldMkLst>
          <pc:docMk/>
          <pc:sldMk cId="2977128709" sldId="288"/>
        </pc:sldMkLst>
        <pc:spChg chg="del">
          <ac:chgData name="Nick Wisely" userId="a459e8a3726ef50c" providerId="LiveId" clId="{19D5AA45-A625-4438-8C3B-94A22A51738B}" dt="2026-09-04T13:34:39.591" v="705"/>
          <ac:spMkLst>
            <pc:docMk/>
            <pc:sldMk cId="2977128709" sldId="288"/>
            <ac:spMk id="11" creationId="{00000000-0000-0000-0000-000000000000}"/>
          </ac:spMkLst>
        </pc:spChg>
        <pc:graphicFrameChg chg="del">
          <ac:chgData name="Nick Wisely" userId="a459e8a3726ef50c" providerId="LiveId" clId="{19D5AA45-A625-4438-8C3B-94A22A51738B}" dt="2026-09-04T13:34:39.588" v="703"/>
          <ac:graphicFrameMkLst>
            <pc:docMk/>
            <pc:sldMk cId="2977128709" sldId="288"/>
            <ac:graphicFrameMk id="10" creationId="{00000000-0000-0000-0000-000000000000}"/>
          </ac:graphicFrameMkLst>
        </pc:graphicFrameChg>
        <pc:picChg chg="del">
          <ac:chgData name="Nick Wisely" userId="a459e8a3726ef50c" providerId="LiveId" clId="{19D5AA45-A625-4438-8C3B-94A22A51738B}" dt="2026-09-04T13:34:39.591" v="704"/>
          <ac:picMkLst>
            <pc:docMk/>
            <pc:sldMk cId="2977128709" sldId="288"/>
            <ac:picMk id="39" creationId="{625BE573-4924-6F93-A0C0-DA6B14DDA8AC}"/>
          </ac:picMkLst>
        </pc:picChg>
        <pc:picChg chg="mod">
          <ac:chgData name="Nick Wisely" userId="a459e8a3726ef50c" providerId="LiveId" clId="{19D5AA45-A625-4438-8C3B-94A22A51738B}" dt="2026-09-04T13:34:39.593" v="709"/>
          <ac:picMkLst>
            <pc:docMk/>
            <pc:sldMk cId="2977128709" sldId="288"/>
            <ac:picMk id="41" creationId="{49170574-A2E6-BAF1-B060-0CCC6261062F}"/>
          </ac:picMkLst>
        </pc:picChg>
      </pc:sldChg>
      <pc:sldChg chg="delSp modSp add del mod">
        <pc:chgData name="Nick Wisely" userId="a459e8a3726ef50c" providerId="LiveId" clId="{19D5AA45-A625-4438-8C3B-94A22A51738B}" dt="2026-09-04T13:39:21.417" v="749"/>
        <pc:sldMkLst>
          <pc:docMk/>
          <pc:sldMk cId="1104800770" sldId="289"/>
        </pc:sldMkLst>
        <pc:spChg chg="mod">
          <ac:chgData name="Nick Wisely" userId="a459e8a3726ef50c" providerId="LiveId" clId="{19D5AA45-A625-4438-8C3B-94A22A51738B}" dt="2026-09-04T13:35:01.375" v="715"/>
          <ac:spMkLst>
            <pc:docMk/>
            <pc:sldMk cId="1104800770" sldId="289"/>
            <ac:spMk id="6" creationId="{00000000-0000-0000-0000-000000000000}"/>
          </ac:spMkLst>
        </pc:spChg>
        <pc:spChg chg="del mod">
          <ac:chgData name="Nick Wisely" userId="a459e8a3726ef50c" providerId="LiveId" clId="{19D5AA45-A625-4438-8C3B-94A22A51738B}" dt="2026-09-04T13:37:04.123" v="741"/>
          <ac:spMkLst>
            <pc:docMk/>
            <pc:sldMk cId="1104800770" sldId="289"/>
            <ac:spMk id="9" creationId="{00000000-0000-0000-0000-000000000000}"/>
          </ac:spMkLst>
        </pc:spChg>
        <pc:spChg chg="mod">
          <ac:chgData name="Nick Wisely" userId="a459e8a3726ef50c" providerId="LiveId" clId="{19D5AA45-A625-4438-8C3B-94A22A51738B}" dt="2026-09-04T13:36:03.656" v="732"/>
          <ac:spMkLst>
            <pc:docMk/>
            <pc:sldMk cId="1104800770" sldId="289"/>
            <ac:spMk id="36" creationId="{00000000-0000-0000-0000-000000000000}"/>
          </ac:spMkLst>
        </pc:spChg>
        <pc:picChg chg="mod">
          <ac:chgData name="Nick Wisely" userId="a459e8a3726ef50c" providerId="LiveId" clId="{19D5AA45-A625-4438-8C3B-94A22A51738B}" dt="2026-09-04T13:36:03.656" v="728"/>
          <ac:picMkLst>
            <pc:docMk/>
            <pc:sldMk cId="1104800770" sldId="289"/>
            <ac:picMk id="41" creationId="{49170574-A2E6-BAF1-B060-0CCC6261062F}"/>
          </ac:picMkLst>
        </pc:picChg>
      </pc:sldChg>
      <pc:sldChg chg="modSp add del mod">
        <pc:chgData name="Nick Wisely" userId="a459e8a3726ef50c" providerId="LiveId" clId="{19D5AA45-A625-4438-8C3B-94A22A51738B}" dt="2026-09-04T13:38:22.528" v="743"/>
        <pc:sldMkLst>
          <pc:docMk/>
          <pc:sldMk cId="1743900913" sldId="290"/>
        </pc:sldMkLst>
        <pc:spChg chg="mod">
          <ac:chgData name="Nick Wisely" userId="a459e8a3726ef50c" providerId="LiveId" clId="{19D5AA45-A625-4438-8C3B-94A22A51738B}" dt="2026-09-04T13:35:56.278" v="724"/>
          <ac:spMkLst>
            <pc:docMk/>
            <pc:sldMk cId="1743900913" sldId="290"/>
            <ac:spMk id="11" creationId="{00000000-0000-0000-0000-000000000000}"/>
          </ac:spMkLst>
        </pc:spChg>
        <pc:spChg chg="mod">
          <ac:chgData name="Nick Wisely" userId="a459e8a3726ef50c" providerId="LiveId" clId="{19D5AA45-A625-4438-8C3B-94A22A51738B}" dt="2026-09-04T13:36:34.319" v="740"/>
          <ac:spMkLst>
            <pc:docMk/>
            <pc:sldMk cId="1743900913" sldId="290"/>
            <ac:spMk id="36" creationId="{00000000-0000-0000-0000-000000000000}"/>
          </ac:spMkLst>
        </pc:spChg>
        <pc:picChg chg="mod">
          <ac:chgData name="Nick Wisely" userId="a459e8a3726ef50c" providerId="LiveId" clId="{19D5AA45-A625-4438-8C3B-94A22A51738B}" dt="2026-09-04T13:36:34.317" v="736"/>
          <ac:picMkLst>
            <pc:docMk/>
            <pc:sldMk cId="1743900913" sldId="290"/>
            <ac:picMk id="39" creationId="{625BE573-4924-6F93-A0C0-DA6B14DDA8AC}"/>
          </ac:picMkLst>
        </pc:picChg>
      </pc:sldChg>
      <pc:sldChg chg="add del">
        <pc:chgData name="Nick Wisely" userId="a459e8a3726ef50c" providerId="LiveId" clId="{19D5AA45-A625-4438-8C3B-94A22A51738B}" dt="2026-09-04T13:38:49.958" v="745"/>
        <pc:sldMkLst>
          <pc:docMk/>
          <pc:sldMk cId="1106205374" sldId="291"/>
        </pc:sldMkLst>
      </pc:sldChg>
      <pc:sldChg chg="add del">
        <pc:chgData name="Nick Wisely" userId="a459e8a3726ef50c" providerId="LiveId" clId="{19D5AA45-A625-4438-8C3B-94A22A51738B}" dt="2026-09-04T13:39:08.836" v="747"/>
        <pc:sldMkLst>
          <pc:docMk/>
          <pc:sldMk cId="1921982533" sldId="292"/>
        </pc:sldMkLst>
      </pc:sldChg>
      <pc:sldChg chg="modSp add mod">
        <pc:chgData name="Nick Wisely" userId="a459e8a3726ef50c" providerId="LiveId" clId="{19D5AA45-A625-4438-8C3B-94A22A51738B}" dt="2026-09-04T14:22:29.422" v="2577" actId="207"/>
        <pc:sldMkLst>
          <pc:docMk/>
          <pc:sldMk cId="3768784859" sldId="293"/>
        </pc:sldMkLst>
        <pc:spChg chg="mod">
          <ac:chgData name="Nick Wisely" userId="a459e8a3726ef50c" providerId="LiveId" clId="{19D5AA45-A625-4438-8C3B-94A22A51738B}" dt="2026-09-04T14:22:29.422" v="2577" actId="207"/>
          <ac:spMkLst>
            <pc:docMk/>
            <pc:sldMk cId="3768784859" sldId="293"/>
            <ac:spMk id="36" creationId="{00000000-0000-0000-0000-000000000000}"/>
          </ac:spMkLst>
        </pc:spChg>
      </pc:sldChg>
      <pc:sldChg chg="addSp delSp modSp add mod">
        <pc:chgData name="Nick Wisely" userId="a459e8a3726ef50c" providerId="LiveId" clId="{19D5AA45-A625-4438-8C3B-94A22A51738B}" dt="2026-09-04T14:27:20.474" v="2582" actId="1076"/>
        <pc:sldMkLst>
          <pc:docMk/>
          <pc:sldMk cId="945055527" sldId="294"/>
        </pc:sldMkLst>
        <pc:spChg chg="mod">
          <ac:chgData name="Nick Wisely" userId="a459e8a3726ef50c" providerId="LiveId" clId="{19D5AA45-A625-4438-8C3B-94A22A51738B}" dt="2026-09-04T14:22:34.420" v="2578" actId="207"/>
          <ac:spMkLst>
            <pc:docMk/>
            <pc:sldMk cId="945055527" sldId="294"/>
            <ac:spMk id="36" creationId="{00000000-0000-0000-0000-000000000000}"/>
          </ac:spMkLst>
        </pc:spChg>
        <pc:picChg chg="add mod">
          <ac:chgData name="Nick Wisely" userId="a459e8a3726ef50c" providerId="LiveId" clId="{19D5AA45-A625-4438-8C3B-94A22A51738B}" dt="2026-09-04T14:27:20.474" v="2582" actId="1076"/>
          <ac:picMkLst>
            <pc:docMk/>
            <pc:sldMk cId="945055527" sldId="294"/>
            <ac:picMk id="10" creationId="{EC19A5D3-919D-05FA-BE97-9B7767363DEC}"/>
          </ac:picMkLst>
        </pc:picChg>
        <pc:picChg chg="del">
          <ac:chgData name="Nick Wisely" userId="a459e8a3726ef50c" providerId="LiveId" clId="{19D5AA45-A625-4438-8C3B-94A22A51738B}" dt="2026-09-04T14:27:13.688" v="2579" actId="478"/>
          <ac:picMkLst>
            <pc:docMk/>
            <pc:sldMk cId="945055527" sldId="294"/>
            <ac:picMk id="41" creationId="{49170574-A2E6-BAF1-B060-0CCC6261062F}"/>
          </ac:picMkLst>
        </pc:picChg>
      </pc:sldChg>
      <pc:sldChg chg="modSp add del mod">
        <pc:chgData name="Nick Wisely" userId="a459e8a3726ef50c" providerId="LiveId" clId="{19D5AA45-A625-4438-8C3B-94A22A51738B}" dt="2026-09-04T13:41:45.545" v="806"/>
        <pc:sldMkLst>
          <pc:docMk/>
          <pc:sldMk cId="2623322978" sldId="295"/>
        </pc:sldMkLst>
        <pc:spChg chg="mod">
          <ac:chgData name="Nick Wisely" userId="a459e8a3726ef50c" providerId="LiveId" clId="{19D5AA45-A625-4438-8C3B-94A22A51738B}" dt="2026-09-04T13:41:24.642" v="771" actId="20577"/>
          <ac:spMkLst>
            <pc:docMk/>
            <pc:sldMk cId="2623322978" sldId="295"/>
            <ac:spMk id="11" creationId="{00000000-0000-0000-0000-000000000000}"/>
          </ac:spMkLst>
        </pc:spChg>
        <pc:spChg chg="mod">
          <ac:chgData name="Nick Wisely" userId="a459e8a3726ef50c" providerId="LiveId" clId="{19D5AA45-A625-4438-8C3B-94A22A51738B}" dt="2026-09-04T13:41:28.701" v="781" actId="20577"/>
          <ac:spMkLst>
            <pc:docMk/>
            <pc:sldMk cId="2623322978" sldId="295"/>
            <ac:spMk id="14" creationId="{00000000-0000-0000-0000-000000000000}"/>
          </ac:spMkLst>
        </pc:spChg>
        <pc:spChg chg="mod">
          <ac:chgData name="Nick Wisely" userId="a459e8a3726ef50c" providerId="LiveId" clId="{19D5AA45-A625-4438-8C3B-94A22A51738B}" dt="2026-09-04T13:41:36.607" v="794" actId="20577"/>
          <ac:spMkLst>
            <pc:docMk/>
            <pc:sldMk cId="2623322978" sldId="295"/>
            <ac:spMk id="17" creationId="{00000000-0000-0000-0000-000000000000}"/>
          </ac:spMkLst>
        </pc:spChg>
        <pc:spChg chg="mod">
          <ac:chgData name="Nick Wisely" userId="a459e8a3726ef50c" providerId="LiveId" clId="{19D5AA45-A625-4438-8C3B-94A22A51738B}" dt="2026-09-04T13:41:41.376" v="804" actId="20577"/>
          <ac:spMkLst>
            <pc:docMk/>
            <pc:sldMk cId="2623322978" sldId="295"/>
            <ac:spMk id="20" creationId="{00000000-0000-0000-0000-000000000000}"/>
          </ac:spMkLst>
        </pc:spChg>
        <pc:spChg chg="mod">
          <ac:chgData name="Nick Wisely" userId="a459e8a3726ef50c" providerId="LiveId" clId="{19D5AA45-A625-4438-8C3B-94A22A51738B}" dt="2026-09-04T13:41:08.780" v="761"/>
          <ac:spMkLst>
            <pc:docMk/>
            <pc:sldMk cId="2623322978" sldId="295"/>
            <ac:spMk id="22" creationId="{00000000-0000-0000-0000-000000000000}"/>
          </ac:spMkLst>
        </pc:spChg>
      </pc:sldChg>
      <pc:sldChg chg="modSp add del mod">
        <pc:chgData name="Nick Wisely" userId="a459e8a3726ef50c" providerId="LiveId" clId="{19D5AA45-A625-4438-8C3B-94A22A51738B}" dt="2026-09-04T13:42:20.677" v="826"/>
        <pc:sldMkLst>
          <pc:docMk/>
          <pc:sldMk cId="3022376315" sldId="296"/>
        </pc:sldMkLst>
        <pc:spChg chg="mod">
          <ac:chgData name="Nick Wisely" userId="a459e8a3726ef50c" providerId="LiveId" clId="{19D5AA45-A625-4438-8C3B-94A22A51738B}" dt="2026-09-04T13:41:45.591" v="808"/>
          <ac:spMkLst>
            <pc:docMk/>
            <pc:sldMk cId="3022376315" sldId="296"/>
            <ac:spMk id="17" creationId="{00000000-0000-0000-0000-000000000000}"/>
          </ac:spMkLst>
        </pc:spChg>
        <pc:spChg chg="mod">
          <ac:chgData name="Nick Wisely" userId="a459e8a3726ef50c" providerId="LiveId" clId="{19D5AA45-A625-4438-8C3B-94A22A51738B}" dt="2026-09-04T13:42:20.539" v="824" actId="20577"/>
          <ac:spMkLst>
            <pc:docMk/>
            <pc:sldMk cId="3022376315" sldId="296"/>
            <ac:spMk id="20" creationId="{00000000-0000-0000-0000-000000000000}"/>
          </ac:spMkLst>
        </pc:spChg>
        <pc:spChg chg="mod">
          <ac:chgData name="Nick Wisely" userId="a459e8a3726ef50c" providerId="LiveId" clId="{19D5AA45-A625-4438-8C3B-94A22A51738B}" dt="2026-09-04T13:41:45.593" v="811"/>
          <ac:spMkLst>
            <pc:docMk/>
            <pc:sldMk cId="3022376315" sldId="296"/>
            <ac:spMk id="22" creationId="{00000000-0000-0000-0000-000000000000}"/>
          </ac:spMkLst>
        </pc:spChg>
      </pc:sldChg>
      <pc:sldChg chg="modSp add del mod">
        <pc:chgData name="Nick Wisely" userId="a459e8a3726ef50c" providerId="LiveId" clId="{19D5AA45-A625-4438-8C3B-94A22A51738B}" dt="2026-09-04T13:42:49.139" v="855"/>
        <pc:sldMkLst>
          <pc:docMk/>
          <pc:sldMk cId="2166823227" sldId="297"/>
        </pc:sldMkLst>
        <pc:spChg chg="mod">
          <ac:chgData name="Nick Wisely" userId="a459e8a3726ef50c" providerId="LiveId" clId="{19D5AA45-A625-4438-8C3B-94A22A51738B}" dt="2026-09-04T13:42:20.702" v="828"/>
          <ac:spMkLst>
            <pc:docMk/>
            <pc:sldMk cId="2166823227" sldId="297"/>
            <ac:spMk id="11" creationId="{00000000-0000-0000-0000-000000000000}"/>
          </ac:spMkLst>
        </pc:spChg>
        <pc:spChg chg="mod">
          <ac:chgData name="Nick Wisely" userId="a459e8a3726ef50c" providerId="LiveId" clId="{19D5AA45-A625-4438-8C3B-94A22A51738B}" dt="2026-09-04T13:42:20.702" v="830"/>
          <ac:spMkLst>
            <pc:docMk/>
            <pc:sldMk cId="2166823227" sldId="297"/>
            <ac:spMk id="14" creationId="{00000000-0000-0000-0000-000000000000}"/>
          </ac:spMkLst>
        </pc:spChg>
        <pc:spChg chg="mod">
          <ac:chgData name="Nick Wisely" userId="a459e8a3726ef50c" providerId="LiveId" clId="{19D5AA45-A625-4438-8C3B-94A22A51738B}" dt="2026-09-04T13:42:20.702" v="832"/>
          <ac:spMkLst>
            <pc:docMk/>
            <pc:sldMk cId="2166823227" sldId="297"/>
            <ac:spMk id="17" creationId="{00000000-0000-0000-0000-000000000000}"/>
          </ac:spMkLst>
        </pc:spChg>
        <pc:spChg chg="mod">
          <ac:chgData name="Nick Wisely" userId="a459e8a3726ef50c" providerId="LiveId" clId="{19D5AA45-A625-4438-8C3B-94A22A51738B}" dt="2026-09-04T13:42:45.451" v="853" actId="20577"/>
          <ac:spMkLst>
            <pc:docMk/>
            <pc:sldMk cId="2166823227" sldId="297"/>
            <ac:spMk id="20" creationId="{00000000-0000-0000-0000-000000000000}"/>
          </ac:spMkLst>
        </pc:spChg>
      </pc:sldChg>
      <pc:sldChg chg="modSp add mod">
        <pc:chgData name="Nick Wisely" userId="a459e8a3726ef50c" providerId="LiveId" clId="{19D5AA45-A625-4438-8C3B-94A22A51738B}" dt="2026-09-04T13:44:21.911" v="924" actId="20577"/>
        <pc:sldMkLst>
          <pc:docMk/>
          <pc:sldMk cId="1945690362" sldId="298"/>
        </pc:sldMkLst>
        <pc:spChg chg="mod">
          <ac:chgData name="Nick Wisely" userId="a459e8a3726ef50c" providerId="LiveId" clId="{19D5AA45-A625-4438-8C3B-94A22A51738B}" dt="2026-09-04T13:42:49.191" v="857"/>
          <ac:spMkLst>
            <pc:docMk/>
            <pc:sldMk cId="1945690362" sldId="298"/>
            <ac:spMk id="17" creationId="{00000000-0000-0000-0000-000000000000}"/>
          </ac:spMkLst>
        </pc:spChg>
        <pc:spChg chg="mod">
          <ac:chgData name="Nick Wisely" userId="a459e8a3726ef50c" providerId="LiveId" clId="{19D5AA45-A625-4438-8C3B-94A22A51738B}" dt="2026-09-04T13:44:21.911" v="924" actId="20577"/>
          <ac:spMkLst>
            <pc:docMk/>
            <pc:sldMk cId="1945690362" sldId="298"/>
            <ac:spMk id="20" creationId="{00000000-0000-0000-0000-000000000000}"/>
          </ac:spMkLst>
        </pc:spChg>
        <pc:spChg chg="mod">
          <ac:chgData name="Nick Wisely" userId="a459e8a3726ef50c" providerId="LiveId" clId="{19D5AA45-A625-4438-8C3B-94A22A51738B}" dt="2026-09-04T13:43:24.306" v="911" actId="20577"/>
          <ac:spMkLst>
            <pc:docMk/>
            <pc:sldMk cId="1945690362" sldId="298"/>
            <ac:spMk id="22" creationId="{00000000-0000-0000-0000-000000000000}"/>
          </ac:spMkLst>
        </pc:spChg>
      </pc:sldChg>
      <pc:sldChg chg="add del ord">
        <pc:chgData name="Nick Wisely" userId="a459e8a3726ef50c" providerId="LiveId" clId="{19D5AA45-A625-4438-8C3B-94A22A51738B}" dt="2026-09-04T13:48:02.585" v="928"/>
        <pc:sldMkLst>
          <pc:docMk/>
          <pc:sldMk cId="2281098942" sldId="299"/>
        </pc:sldMkLst>
      </pc:sldChg>
      <pc:sldChg chg="modSp add del mod">
        <pc:chgData name="Nick Wisely" userId="a459e8a3726ef50c" providerId="LiveId" clId="{19D5AA45-A625-4438-8C3B-94A22A51738B}" dt="2026-09-04T13:48:55.939" v="943"/>
        <pc:sldMkLst>
          <pc:docMk/>
          <pc:sldMk cId="2614074207" sldId="300"/>
        </pc:sldMkLst>
        <pc:spChg chg="mod">
          <ac:chgData name="Nick Wisely" userId="a459e8a3726ef50c" providerId="LiveId" clId="{19D5AA45-A625-4438-8C3B-94A22A51738B}" dt="2026-09-04T13:48:03.464" v="929"/>
          <ac:spMkLst>
            <pc:docMk/>
            <pc:sldMk cId="2614074207" sldId="300"/>
            <ac:spMk id="6" creationId="{00000000-0000-0000-0000-000000000000}"/>
          </ac:spMkLst>
        </pc:spChg>
        <pc:spChg chg="mod">
          <ac:chgData name="Nick Wisely" userId="a459e8a3726ef50c" providerId="LiveId" clId="{19D5AA45-A625-4438-8C3B-94A22A51738B}" dt="2026-09-04T13:48:03.474" v="931"/>
          <ac:spMkLst>
            <pc:docMk/>
            <pc:sldMk cId="2614074207" sldId="300"/>
            <ac:spMk id="11" creationId="{00000000-0000-0000-0000-000000000000}"/>
          </ac:spMkLst>
        </pc:spChg>
        <pc:spChg chg="mod">
          <ac:chgData name="Nick Wisely" userId="a459e8a3726ef50c" providerId="LiveId" clId="{19D5AA45-A625-4438-8C3B-94A22A51738B}" dt="2026-09-04T13:48:03.477" v="933"/>
          <ac:spMkLst>
            <pc:docMk/>
            <pc:sldMk cId="2614074207" sldId="300"/>
            <ac:spMk id="14" creationId="{00000000-0000-0000-0000-000000000000}"/>
          </ac:spMkLst>
        </pc:spChg>
        <pc:spChg chg="mod">
          <ac:chgData name="Nick Wisely" userId="a459e8a3726ef50c" providerId="LiveId" clId="{19D5AA45-A625-4438-8C3B-94A22A51738B}" dt="2026-09-04T13:48:03.477" v="935"/>
          <ac:spMkLst>
            <pc:docMk/>
            <pc:sldMk cId="2614074207" sldId="300"/>
            <ac:spMk id="17" creationId="{00000000-0000-0000-0000-000000000000}"/>
          </ac:spMkLst>
        </pc:spChg>
        <pc:spChg chg="mod">
          <ac:chgData name="Nick Wisely" userId="a459e8a3726ef50c" providerId="LiveId" clId="{19D5AA45-A625-4438-8C3B-94A22A51738B}" dt="2026-09-04T13:48:03.477" v="937"/>
          <ac:spMkLst>
            <pc:docMk/>
            <pc:sldMk cId="2614074207" sldId="300"/>
            <ac:spMk id="20" creationId="{00000000-0000-0000-0000-000000000000}"/>
          </ac:spMkLst>
        </pc:spChg>
        <pc:spChg chg="mod">
          <ac:chgData name="Nick Wisely" userId="a459e8a3726ef50c" providerId="LiveId" clId="{19D5AA45-A625-4438-8C3B-94A22A51738B}" dt="2026-09-04T13:48:03.477" v="939"/>
          <ac:spMkLst>
            <pc:docMk/>
            <pc:sldMk cId="2614074207" sldId="300"/>
            <ac:spMk id="21" creationId="{00000000-0000-0000-0000-000000000000}"/>
          </ac:spMkLst>
        </pc:spChg>
        <pc:spChg chg="mod">
          <ac:chgData name="Nick Wisely" userId="a459e8a3726ef50c" providerId="LiveId" clId="{19D5AA45-A625-4438-8C3B-94A22A51738B}" dt="2026-09-04T13:48:03.477" v="941"/>
          <ac:spMkLst>
            <pc:docMk/>
            <pc:sldMk cId="2614074207" sldId="300"/>
            <ac:spMk id="22" creationId="{00000000-0000-0000-0000-000000000000}"/>
          </ac:spMkLst>
        </pc:spChg>
      </pc:sldChg>
      <pc:sldChg chg="modSp add mod ord">
        <pc:chgData name="Nick Wisely" userId="a459e8a3726ef50c" providerId="LiveId" clId="{19D5AA45-A625-4438-8C3B-94A22A51738B}" dt="2026-09-04T14:12:09.093" v="2060" actId="20577"/>
        <pc:sldMkLst>
          <pc:docMk/>
          <pc:sldMk cId="1646270084" sldId="301"/>
        </pc:sldMkLst>
        <pc:spChg chg="mod">
          <ac:chgData name="Nick Wisely" userId="a459e8a3726ef50c" providerId="LiveId" clId="{19D5AA45-A625-4438-8C3B-94A22A51738B}" dt="2026-09-04T13:49:20.633" v="957"/>
          <ac:spMkLst>
            <pc:docMk/>
            <pc:sldMk cId="1646270084" sldId="301"/>
            <ac:spMk id="9" creationId="{00000000-0000-0000-0000-000000000000}"/>
          </ac:spMkLst>
        </pc:spChg>
        <pc:spChg chg="mod">
          <ac:chgData name="Nick Wisely" userId="a459e8a3726ef50c" providerId="LiveId" clId="{19D5AA45-A625-4438-8C3B-94A22A51738B}" dt="2026-09-04T13:49:20.639" v="973"/>
          <ac:spMkLst>
            <pc:docMk/>
            <pc:sldMk cId="1646270084" sldId="301"/>
            <ac:spMk id="10" creationId="{00000000-0000-0000-0000-000000000000}"/>
          </ac:spMkLst>
        </pc:spChg>
        <pc:spChg chg="mod">
          <ac:chgData name="Nick Wisely" userId="a459e8a3726ef50c" providerId="LiveId" clId="{19D5AA45-A625-4438-8C3B-94A22A51738B}" dt="2026-09-04T13:49:20.645" v="989"/>
          <ac:spMkLst>
            <pc:docMk/>
            <pc:sldMk cId="1646270084" sldId="301"/>
            <ac:spMk id="11" creationId="{00000000-0000-0000-0000-000000000000}"/>
          </ac:spMkLst>
        </pc:spChg>
        <pc:spChg chg="mod">
          <ac:chgData name="Nick Wisely" userId="a459e8a3726ef50c" providerId="LiveId" clId="{19D5AA45-A625-4438-8C3B-94A22A51738B}" dt="2026-09-04T13:49:20.635" v="961"/>
          <ac:spMkLst>
            <pc:docMk/>
            <pc:sldMk cId="1646270084" sldId="301"/>
            <ac:spMk id="12" creationId="{00000000-0000-0000-0000-000000000000}"/>
          </ac:spMkLst>
        </pc:spChg>
        <pc:spChg chg="mod">
          <ac:chgData name="Nick Wisely" userId="a459e8a3726ef50c" providerId="LiveId" clId="{19D5AA45-A625-4438-8C3B-94A22A51738B}" dt="2026-09-04T13:49:20.641" v="977"/>
          <ac:spMkLst>
            <pc:docMk/>
            <pc:sldMk cId="1646270084" sldId="301"/>
            <ac:spMk id="13" creationId="{00000000-0000-0000-0000-000000000000}"/>
          </ac:spMkLst>
        </pc:spChg>
        <pc:spChg chg="mod">
          <ac:chgData name="Nick Wisely" userId="a459e8a3726ef50c" providerId="LiveId" clId="{19D5AA45-A625-4438-8C3B-94A22A51738B}" dt="2026-09-04T13:49:20.647" v="993"/>
          <ac:spMkLst>
            <pc:docMk/>
            <pc:sldMk cId="1646270084" sldId="301"/>
            <ac:spMk id="14" creationId="{00000000-0000-0000-0000-000000000000}"/>
          </ac:spMkLst>
        </pc:spChg>
        <pc:spChg chg="mod">
          <ac:chgData name="Nick Wisely" userId="a459e8a3726ef50c" providerId="LiveId" clId="{19D5AA45-A625-4438-8C3B-94A22A51738B}" dt="2026-09-04T13:49:20.637" v="965"/>
          <ac:spMkLst>
            <pc:docMk/>
            <pc:sldMk cId="1646270084" sldId="301"/>
            <ac:spMk id="15" creationId="{00000000-0000-0000-0000-000000000000}"/>
          </ac:spMkLst>
        </pc:spChg>
        <pc:spChg chg="mod">
          <ac:chgData name="Nick Wisely" userId="a459e8a3726ef50c" providerId="LiveId" clId="{19D5AA45-A625-4438-8C3B-94A22A51738B}" dt="2026-09-04T13:49:20.643" v="981"/>
          <ac:spMkLst>
            <pc:docMk/>
            <pc:sldMk cId="1646270084" sldId="301"/>
            <ac:spMk id="16" creationId="{00000000-0000-0000-0000-000000000000}"/>
          </ac:spMkLst>
        </pc:spChg>
        <pc:spChg chg="mod">
          <ac:chgData name="Nick Wisely" userId="a459e8a3726ef50c" providerId="LiveId" clId="{19D5AA45-A625-4438-8C3B-94A22A51738B}" dt="2026-09-04T14:12:09.093" v="2060" actId="20577"/>
          <ac:spMkLst>
            <pc:docMk/>
            <pc:sldMk cId="1646270084" sldId="301"/>
            <ac:spMk id="17" creationId="{00000000-0000-0000-0000-000000000000}"/>
          </ac:spMkLst>
        </pc:spChg>
        <pc:spChg chg="mod">
          <ac:chgData name="Nick Wisely" userId="a459e8a3726ef50c" providerId="LiveId" clId="{19D5AA45-A625-4438-8C3B-94A22A51738B}" dt="2026-09-04T13:49:20.639" v="969"/>
          <ac:spMkLst>
            <pc:docMk/>
            <pc:sldMk cId="1646270084" sldId="301"/>
            <ac:spMk id="18" creationId="{00000000-0000-0000-0000-000000000000}"/>
          </ac:spMkLst>
        </pc:spChg>
        <pc:spChg chg="mod">
          <ac:chgData name="Nick Wisely" userId="a459e8a3726ef50c" providerId="LiveId" clId="{19D5AA45-A625-4438-8C3B-94A22A51738B}" dt="2026-09-04T13:49:20.645" v="985"/>
          <ac:spMkLst>
            <pc:docMk/>
            <pc:sldMk cId="1646270084" sldId="301"/>
            <ac:spMk id="19" creationId="{00000000-0000-0000-0000-000000000000}"/>
          </ac:spMkLst>
        </pc:spChg>
        <pc:spChg chg="mod">
          <ac:chgData name="Nick Wisely" userId="a459e8a3726ef50c" providerId="LiveId" clId="{19D5AA45-A625-4438-8C3B-94A22A51738B}" dt="2026-09-04T13:49:20.649" v="1001"/>
          <ac:spMkLst>
            <pc:docMk/>
            <pc:sldMk cId="1646270084" sldId="301"/>
            <ac:spMk id="20" creationId="{00000000-0000-0000-0000-000000000000}"/>
          </ac:spMkLst>
        </pc:spChg>
        <pc:spChg chg="mod">
          <ac:chgData name="Nick Wisely" userId="a459e8a3726ef50c" providerId="LiveId" clId="{19D5AA45-A625-4438-8C3B-94A22A51738B}" dt="2026-09-04T13:49:20.649" v="1005"/>
          <ac:spMkLst>
            <pc:docMk/>
            <pc:sldMk cId="1646270084" sldId="301"/>
            <ac:spMk id="21" creationId="{00000000-0000-0000-0000-000000000000}"/>
          </ac:spMkLst>
        </pc:spChg>
        <pc:spChg chg="mod">
          <ac:chgData name="Nick Wisely" userId="a459e8a3726ef50c" providerId="LiveId" clId="{19D5AA45-A625-4438-8C3B-94A22A51738B}" dt="2026-09-04T13:49:20.649" v="1009"/>
          <ac:spMkLst>
            <pc:docMk/>
            <pc:sldMk cId="1646270084" sldId="301"/>
            <ac:spMk id="22" creationId="{00000000-0000-0000-0000-000000000000}"/>
          </ac:spMkLst>
        </pc:spChg>
      </pc:sldChg>
      <pc:sldChg chg="add del">
        <pc:chgData name="Nick Wisely" userId="a459e8a3726ef50c" providerId="LiveId" clId="{19D5AA45-A625-4438-8C3B-94A22A51738B}" dt="2026-09-04T13:53:38.786" v="1015"/>
        <pc:sldMkLst>
          <pc:docMk/>
          <pc:sldMk cId="3319818810" sldId="302"/>
        </pc:sldMkLst>
      </pc:sldChg>
      <pc:sldChg chg="modSp add mod">
        <pc:chgData name="Nick Wisely" userId="a459e8a3726ef50c" providerId="LiveId" clId="{19D5AA45-A625-4438-8C3B-94A22A51738B}" dt="2026-09-04T14:27:39.673" v="2585" actId="207"/>
        <pc:sldMkLst>
          <pc:docMk/>
          <pc:sldMk cId="4002944820" sldId="303"/>
        </pc:sldMkLst>
        <pc:spChg chg="mod">
          <ac:chgData name="Nick Wisely" userId="a459e8a3726ef50c" providerId="LiveId" clId="{19D5AA45-A625-4438-8C3B-94A22A51738B}" dt="2026-09-04T14:27:39.673" v="2585" actId="207"/>
          <ac:spMkLst>
            <pc:docMk/>
            <pc:sldMk cId="4002944820" sldId="303"/>
            <ac:spMk id="13" creationId="{00000000-0000-0000-0000-000000000000}"/>
          </ac:spMkLst>
        </pc:spChg>
        <pc:picChg chg="mod">
          <ac:chgData name="Nick Wisely" userId="a459e8a3726ef50c" providerId="LiveId" clId="{19D5AA45-A625-4438-8C3B-94A22A51738B}" dt="2026-09-04T13:54:12.627" v="1025"/>
          <ac:picMkLst>
            <pc:docMk/>
            <pc:sldMk cId="4002944820" sldId="303"/>
            <ac:picMk id="18" creationId="{6ECC8012-421E-82DF-084F-2A176E2CE899}"/>
          </ac:picMkLst>
        </pc:picChg>
        <pc:picChg chg="mod">
          <ac:chgData name="Nick Wisely" userId="a459e8a3726ef50c" providerId="LiveId" clId="{19D5AA45-A625-4438-8C3B-94A22A51738B}" dt="2026-09-04T13:54:12.629" v="1029"/>
          <ac:picMkLst>
            <pc:docMk/>
            <pc:sldMk cId="4002944820" sldId="303"/>
            <ac:picMk id="20" creationId="{90509E20-AB28-CBA6-05B4-2DDAC48EA552}"/>
          </ac:picMkLst>
        </pc:picChg>
      </pc:sldChg>
      <pc:sldChg chg="add del">
        <pc:chgData name="Nick Wisely" userId="a459e8a3726ef50c" providerId="LiveId" clId="{19D5AA45-A625-4438-8C3B-94A22A51738B}" dt="2026-09-04T13:59:10.560" v="1199"/>
        <pc:sldMkLst>
          <pc:docMk/>
          <pc:sldMk cId="1833443858" sldId="304"/>
        </pc:sldMkLst>
      </pc:sldChg>
      <pc:sldChg chg="modSp add mod">
        <pc:chgData name="Nick Wisely" userId="a459e8a3726ef50c" providerId="LiveId" clId="{19D5AA45-A625-4438-8C3B-94A22A51738B}" dt="2026-09-04T14:27:47.101" v="2586" actId="207"/>
        <pc:sldMkLst>
          <pc:docMk/>
          <pc:sldMk cId="2069455902" sldId="305"/>
        </pc:sldMkLst>
        <pc:spChg chg="mod">
          <ac:chgData name="Nick Wisely" userId="a459e8a3726ef50c" providerId="LiveId" clId="{19D5AA45-A625-4438-8C3B-94A22A51738B}" dt="2026-09-04T14:27:47.101" v="2586" actId="207"/>
          <ac:spMkLst>
            <pc:docMk/>
            <pc:sldMk cId="2069455902" sldId="305"/>
            <ac:spMk id="43" creationId="{00000000-0000-0000-0000-000000000000}"/>
          </ac:spMkLst>
        </pc:spChg>
      </pc:sldChg>
      <pc:sldChg chg="delSp modSp add del mod">
        <pc:chgData name="Nick Wisely" userId="a459e8a3726ef50c" providerId="LiveId" clId="{19D5AA45-A625-4438-8C3B-94A22A51738B}" dt="2026-09-04T14:07:34.891" v="1504"/>
        <pc:sldMkLst>
          <pc:docMk/>
          <pc:sldMk cId="3626798181" sldId="306"/>
        </pc:sldMkLst>
        <pc:spChg chg="mod">
          <ac:chgData name="Nick Wisely" userId="a459e8a3726ef50c" providerId="LiveId" clId="{19D5AA45-A625-4438-8C3B-94A22A51738B}" dt="2026-09-04T14:07:25.209" v="1502"/>
          <ac:spMkLst>
            <pc:docMk/>
            <pc:sldMk cId="3626798181" sldId="306"/>
            <ac:spMk id="48" creationId="{00000000-0000-0000-0000-000000000000}"/>
          </ac:spMkLst>
        </pc:spChg>
        <pc:graphicFrameChg chg="mod">
          <ac:chgData name="Nick Wisely" userId="a459e8a3726ef50c" providerId="LiveId" clId="{19D5AA45-A625-4438-8C3B-94A22A51738B}" dt="2026-09-04T14:07:25.209" v="1494"/>
          <ac:graphicFrameMkLst>
            <pc:docMk/>
            <pc:sldMk cId="3626798181" sldId="306"/>
            <ac:graphicFrameMk id="47" creationId="{00000000-0000-0000-0000-000000000000}"/>
          </ac:graphicFrameMkLst>
        </pc:graphicFrameChg>
        <pc:graphicFrameChg chg="mod modGraphic">
          <ac:chgData name="Nick Wisely" userId="a459e8a3726ef50c" providerId="LiveId" clId="{19D5AA45-A625-4438-8C3B-94A22A51738B}" dt="2026-09-04T14:07:25.209" v="1490"/>
          <ac:graphicFrameMkLst>
            <pc:docMk/>
            <pc:sldMk cId="3626798181" sldId="306"/>
            <ac:graphicFrameMk id="51" creationId="{6B93ED25-9DCF-4778-97CD-5218EFB546FD}"/>
          </ac:graphicFrameMkLst>
        </pc:graphicFrameChg>
        <pc:graphicFrameChg chg="del">
          <ac:chgData name="Nick Wisely" userId="a459e8a3726ef50c" providerId="LiveId" clId="{19D5AA45-A625-4438-8C3B-94A22A51738B}" dt="2026-09-04T14:07:25.204" v="1487"/>
          <ac:graphicFrameMkLst>
            <pc:docMk/>
            <pc:sldMk cId="3626798181" sldId="306"/>
            <ac:graphicFrameMk id="53" creationId="{7AFC8289-51C9-4BD7-BB29-21C0F9600993}"/>
          </ac:graphicFrameMkLst>
        </pc:graphicFrameChg>
        <pc:picChg chg="mod">
          <ac:chgData name="Nick Wisely" userId="a459e8a3726ef50c" providerId="LiveId" clId="{19D5AA45-A625-4438-8C3B-94A22A51738B}" dt="2026-09-04T14:07:25.209" v="1498"/>
          <ac:picMkLst>
            <pc:docMk/>
            <pc:sldMk cId="3626798181" sldId="306"/>
            <ac:picMk id="50" creationId="{B6F2E428-7B33-E4AF-EB4D-C3DA4FD3E085}"/>
          </ac:picMkLst>
        </pc:picChg>
      </pc:sldChg>
      <pc:sldChg chg="addSp delSp modSp add del mod">
        <pc:chgData name="Nick Wisely" userId="a459e8a3726ef50c" providerId="LiveId" clId="{19D5AA45-A625-4438-8C3B-94A22A51738B}" dt="2026-09-04T14:08:09.988" v="1975"/>
        <pc:sldMkLst>
          <pc:docMk/>
          <pc:sldMk cId="3224726221" sldId="307"/>
        </pc:sldMkLst>
        <pc:spChg chg="mod">
          <ac:chgData name="Nick Wisely" userId="a459e8a3726ef50c" providerId="LiveId" clId="{19D5AA45-A625-4438-8C3B-94A22A51738B}" dt="2026-09-04T14:07:49.599" v="1515"/>
          <ac:spMkLst>
            <pc:docMk/>
            <pc:sldMk cId="3224726221" sldId="307"/>
            <ac:spMk id="9" creationId="{00000000-0000-0000-0000-000000000000}"/>
          </ac:spMkLst>
        </pc:spChg>
        <pc:spChg chg="mod">
          <ac:chgData name="Nick Wisely" userId="a459e8a3726ef50c" providerId="LiveId" clId="{19D5AA45-A625-4438-8C3B-94A22A51738B}" dt="2026-09-04T14:07:49.599" v="1519"/>
          <ac:spMkLst>
            <pc:docMk/>
            <pc:sldMk cId="3224726221" sldId="307"/>
            <ac:spMk id="46" creationId="{00000000-0000-0000-0000-000000000000}"/>
          </ac:spMkLst>
        </pc:spChg>
        <pc:spChg chg="mod">
          <ac:chgData name="Nick Wisely" userId="a459e8a3726ef50c" providerId="LiveId" clId="{19D5AA45-A625-4438-8C3B-94A22A51738B}" dt="2026-09-04T14:07:49.599" v="1523"/>
          <ac:spMkLst>
            <pc:docMk/>
            <pc:sldMk cId="3224726221" sldId="307"/>
            <ac:spMk id="48" creationId="{00000000-0000-0000-0000-000000000000}"/>
          </ac:spMkLst>
        </pc:spChg>
        <pc:graphicFrameChg chg="add modGraphic">
          <ac:chgData name="Nick Wisely" userId="a459e8a3726ef50c" providerId="LiveId" clId="{19D5AA45-A625-4438-8C3B-94A22A51738B}" dt="2026-09-04T14:07:49.741" v="1973"/>
          <ac:graphicFrameMkLst>
            <pc:docMk/>
            <pc:sldMk cId="3224726221" sldId="307"/>
            <ac:graphicFrameMk id="11" creationId="{8D4BD0B5-D265-43D2-99C0-0D2043344CDF}"/>
          </ac:graphicFrameMkLst>
        </pc:graphicFrameChg>
        <pc:graphicFrameChg chg="del">
          <ac:chgData name="Nick Wisely" userId="a459e8a3726ef50c" providerId="LiveId" clId="{19D5AA45-A625-4438-8C3B-94A22A51738B}" dt="2026-09-04T14:07:49.599" v="1507"/>
          <ac:graphicFrameMkLst>
            <pc:docMk/>
            <pc:sldMk cId="3224726221" sldId="307"/>
            <ac:graphicFrameMk id="47" creationId="{00000000-0000-0000-0000-000000000000}"/>
          </ac:graphicFrameMkLst>
        </pc:graphicFrameChg>
        <pc:graphicFrameChg chg="del">
          <ac:chgData name="Nick Wisely" userId="a459e8a3726ef50c" providerId="LiveId" clId="{19D5AA45-A625-4438-8C3B-94A22A51738B}" dt="2026-09-04T14:07:49.599" v="1505"/>
          <ac:graphicFrameMkLst>
            <pc:docMk/>
            <pc:sldMk cId="3224726221" sldId="307"/>
            <ac:graphicFrameMk id="51" creationId="{6B93ED25-9DCF-4778-97CD-5218EFB546FD}"/>
          </ac:graphicFrameMkLst>
        </pc:graphicFrameChg>
        <pc:graphicFrameChg chg="del">
          <ac:chgData name="Nick Wisely" userId="a459e8a3726ef50c" providerId="LiveId" clId="{19D5AA45-A625-4438-8C3B-94A22A51738B}" dt="2026-09-04T14:07:49.599" v="1506"/>
          <ac:graphicFrameMkLst>
            <pc:docMk/>
            <pc:sldMk cId="3224726221" sldId="307"/>
            <ac:graphicFrameMk id="53" creationId="{7AFC8289-51C9-4BD7-BB29-21C0F9600993}"/>
          </ac:graphicFrameMkLst>
        </pc:graphicFrameChg>
        <pc:picChg chg="mod">
          <ac:chgData name="Nick Wisely" userId="a459e8a3726ef50c" providerId="LiveId" clId="{19D5AA45-A625-4438-8C3B-94A22A51738B}" dt="2026-09-04T14:07:49.599" v="1511"/>
          <ac:picMkLst>
            <pc:docMk/>
            <pc:sldMk cId="3224726221" sldId="307"/>
            <ac:picMk id="50" creationId="{B6F2E428-7B33-E4AF-EB4D-C3DA4FD3E085}"/>
          </ac:picMkLst>
        </pc:picChg>
      </pc:sldChg>
      <pc:sldChg chg="delSp modSp add del mod">
        <pc:chgData name="Nick Wisely" userId="a459e8a3726ef50c" providerId="LiveId" clId="{19D5AA45-A625-4438-8C3B-94A22A51738B}" dt="2026-09-04T14:11:51.054" v="2055"/>
        <pc:sldMkLst>
          <pc:docMk/>
          <pc:sldMk cId="3512731158" sldId="308"/>
        </pc:sldMkLst>
        <pc:spChg chg="del">
          <ac:chgData name="Nick Wisely" userId="a459e8a3726ef50c" providerId="LiveId" clId="{19D5AA45-A625-4438-8C3B-94A22A51738B}" dt="2026-09-04T14:10:41.571" v="2038" actId="478"/>
          <ac:spMkLst>
            <pc:docMk/>
            <pc:sldMk cId="3512731158" sldId="308"/>
            <ac:spMk id="9" creationId="{00000000-0000-0000-0000-000000000000}"/>
          </ac:spMkLst>
        </pc:spChg>
        <pc:spChg chg="mod">
          <ac:chgData name="Nick Wisely" userId="a459e8a3726ef50c" providerId="LiveId" clId="{19D5AA45-A625-4438-8C3B-94A22A51738B}" dt="2026-09-04T14:11:33.113" v="2043"/>
          <ac:spMkLst>
            <pc:docMk/>
            <pc:sldMk cId="3512731158" sldId="308"/>
            <ac:spMk id="46" creationId="{00000000-0000-0000-0000-000000000000}"/>
          </ac:spMkLst>
        </pc:spChg>
        <pc:spChg chg="mod">
          <ac:chgData name="Nick Wisely" userId="a459e8a3726ef50c" providerId="LiveId" clId="{19D5AA45-A625-4438-8C3B-94A22A51738B}" dt="2026-09-04T14:11:33.113" v="2053"/>
          <ac:spMkLst>
            <pc:docMk/>
            <pc:sldMk cId="3512731158" sldId="308"/>
            <ac:spMk id="48" creationId="{00000000-0000-0000-0000-000000000000}"/>
          </ac:spMkLst>
        </pc:spChg>
        <pc:graphicFrameChg chg="mod">
          <ac:chgData name="Nick Wisely" userId="a459e8a3726ef50c" providerId="LiveId" clId="{19D5AA45-A625-4438-8C3B-94A22A51738B}" dt="2026-09-04T14:11:33.113" v="2047"/>
          <ac:graphicFrameMkLst>
            <pc:docMk/>
            <pc:sldMk cId="3512731158" sldId="308"/>
            <ac:graphicFrameMk id="47" creationId="{00000000-0000-0000-0000-000000000000}"/>
          </ac:graphicFrameMkLst>
        </pc:graphicFrameChg>
        <pc:graphicFrameChg chg="del modGraphic">
          <ac:chgData name="Nick Wisely" userId="a459e8a3726ef50c" providerId="LiveId" clId="{19D5AA45-A625-4438-8C3B-94A22A51738B}" dt="2026-09-04T14:10:39.601" v="2037" actId="478"/>
          <ac:graphicFrameMkLst>
            <pc:docMk/>
            <pc:sldMk cId="3512731158" sldId="308"/>
            <ac:graphicFrameMk id="51" creationId="{6B93ED25-9DCF-4778-97CD-5218EFB546FD}"/>
          </ac:graphicFrameMkLst>
        </pc:graphicFrameChg>
        <pc:picChg chg="del">
          <ac:chgData name="Nick Wisely" userId="a459e8a3726ef50c" providerId="LiveId" clId="{19D5AA45-A625-4438-8C3B-94A22A51738B}" dt="2026-09-04T14:11:33.113" v="2039"/>
          <ac:picMkLst>
            <pc:docMk/>
            <pc:sldMk cId="3512731158" sldId="308"/>
            <ac:picMk id="50" creationId="{B6F2E428-7B33-E4AF-EB4D-C3DA4FD3E085}"/>
          </ac:picMkLst>
        </pc:picChg>
      </pc:sldChg>
      <pc:sldChg chg="modSp add del mod">
        <pc:chgData name="Nick Wisely" userId="a459e8a3726ef50c" providerId="LiveId" clId="{19D5AA45-A625-4438-8C3B-94A22A51738B}" dt="2026-09-04T14:09:15.814" v="2017"/>
        <pc:sldMkLst>
          <pc:docMk/>
          <pc:sldMk cId="2964854371" sldId="309"/>
        </pc:sldMkLst>
        <pc:spChg chg="mod">
          <ac:chgData name="Nick Wisely" userId="a459e8a3726ef50c" providerId="LiveId" clId="{19D5AA45-A625-4438-8C3B-94A22A51738B}" dt="2026-09-04T14:08:10.667" v="1981"/>
          <ac:spMkLst>
            <pc:docMk/>
            <pc:sldMk cId="2964854371" sldId="309"/>
            <ac:spMk id="6" creationId="{00000000-0000-0000-0000-000000000000}"/>
          </ac:spMkLst>
        </pc:spChg>
        <pc:spChg chg="mod">
          <ac:chgData name="Nick Wisely" userId="a459e8a3726ef50c" providerId="LiveId" clId="{19D5AA45-A625-4438-8C3B-94A22A51738B}" dt="2026-09-04T14:08:45.359" v="2008"/>
          <ac:spMkLst>
            <pc:docMk/>
            <pc:sldMk cId="2964854371" sldId="309"/>
            <ac:spMk id="9" creationId="{00000000-0000-0000-0000-000000000000}"/>
          </ac:spMkLst>
        </pc:spChg>
        <pc:spChg chg="mod">
          <ac:chgData name="Nick Wisely" userId="a459e8a3726ef50c" providerId="LiveId" clId="{19D5AA45-A625-4438-8C3B-94A22A51738B}" dt="2026-09-04T14:08:45.359" v="2011"/>
          <ac:spMkLst>
            <pc:docMk/>
            <pc:sldMk cId="2964854371" sldId="309"/>
            <ac:spMk id="46" creationId="{00000000-0000-0000-0000-000000000000}"/>
          </ac:spMkLst>
        </pc:spChg>
        <pc:spChg chg="mod">
          <ac:chgData name="Nick Wisely" userId="a459e8a3726ef50c" providerId="LiveId" clId="{19D5AA45-A625-4438-8C3B-94A22A51738B}" dt="2026-09-04T14:08:45.359" v="2015"/>
          <ac:spMkLst>
            <pc:docMk/>
            <pc:sldMk cId="2964854371" sldId="309"/>
            <ac:spMk id="48" creationId="{00000000-0000-0000-0000-000000000000}"/>
          </ac:spMkLst>
        </pc:spChg>
        <pc:graphicFrameChg chg="mod modGraphic">
          <ac:chgData name="Nick Wisely" userId="a459e8a3726ef50c" providerId="LiveId" clId="{19D5AA45-A625-4438-8C3B-94A22A51738B}" dt="2026-09-04T14:08:45.357" v="2001"/>
          <ac:graphicFrameMkLst>
            <pc:docMk/>
            <pc:sldMk cId="2964854371" sldId="309"/>
            <ac:graphicFrameMk id="11" creationId="{8D4BD0B5-D265-43D2-99C0-0D2043344CDF}"/>
          </ac:graphicFrameMkLst>
        </pc:graphicFrameChg>
        <pc:picChg chg="mod">
          <ac:chgData name="Nick Wisely" userId="a459e8a3726ef50c" providerId="LiveId" clId="{19D5AA45-A625-4438-8C3B-94A22A51738B}" dt="2026-09-04T14:08:45.359" v="2005"/>
          <ac:picMkLst>
            <pc:docMk/>
            <pc:sldMk cId="2964854371" sldId="309"/>
            <ac:picMk id="50" creationId="{B6F2E428-7B33-E4AF-EB4D-C3DA4FD3E085}"/>
          </ac:picMkLst>
        </pc:picChg>
      </pc:sldChg>
      <pc:sldChg chg="addSp delSp modSp add del mod">
        <pc:chgData name="Nick Wisely" userId="a459e8a3726ef50c" providerId="LiveId" clId="{19D5AA45-A625-4438-8C3B-94A22A51738B}" dt="2026-09-04T14:12:22.699" v="2062"/>
        <pc:sldMkLst>
          <pc:docMk/>
          <pc:sldMk cId="1876759191" sldId="310"/>
        </pc:sldMkLst>
        <pc:spChg chg="add mod">
          <ac:chgData name="Nick Wisely" userId="a459e8a3726ef50c" providerId="LiveId" clId="{19D5AA45-A625-4438-8C3B-94A22A51738B}" dt="2026-09-04T14:10:24.622" v="2034" actId="14100"/>
          <ac:spMkLst>
            <pc:docMk/>
            <pc:sldMk cId="1876759191" sldId="310"/>
            <ac:spMk id="10" creationId="{FE715E57-ECCE-5247-240A-8D4454123175}"/>
          </ac:spMkLst>
        </pc:spChg>
        <pc:spChg chg="del">
          <ac:chgData name="Nick Wisely" userId="a459e8a3726ef50c" providerId="LiveId" clId="{19D5AA45-A625-4438-8C3B-94A22A51738B}" dt="2026-09-04T14:10:00.148" v="2029" actId="478"/>
          <ac:spMkLst>
            <pc:docMk/>
            <pc:sldMk cId="1876759191" sldId="310"/>
            <ac:spMk id="46" creationId="{00000000-0000-0000-0000-000000000000}"/>
          </ac:spMkLst>
        </pc:spChg>
        <pc:spChg chg="mod">
          <ac:chgData name="Nick Wisely" userId="a459e8a3726ef50c" providerId="LiveId" clId="{19D5AA45-A625-4438-8C3B-94A22A51738B}" dt="2026-09-04T14:10:28.911" v="2035" actId="14100"/>
          <ac:spMkLst>
            <pc:docMk/>
            <pc:sldMk cId="1876759191" sldId="310"/>
            <ac:spMk id="48" creationId="{00000000-0000-0000-0000-000000000000}"/>
          </ac:spMkLst>
        </pc:spChg>
        <pc:picChg chg="del mod">
          <ac:chgData name="Nick Wisely" userId="a459e8a3726ef50c" providerId="LiveId" clId="{19D5AA45-A625-4438-8C3B-94A22A51738B}" dt="2026-09-04T14:09:58.522" v="2028" actId="478"/>
          <ac:picMkLst>
            <pc:docMk/>
            <pc:sldMk cId="1876759191" sldId="310"/>
            <ac:picMk id="50" creationId="{B6F2E428-7B33-E4AF-EB4D-C3DA4FD3E085}"/>
          </ac:picMkLst>
        </pc:picChg>
      </pc:sldChg>
      <pc:sldChg chg="addSp modSp add del mod">
        <pc:chgData name="Nick Wisely" userId="a459e8a3726ef50c" providerId="LiveId" clId="{19D5AA45-A625-4438-8C3B-94A22A51738B}" dt="2026-09-04T14:15:01.369" v="2537"/>
        <pc:sldMkLst>
          <pc:docMk/>
          <pc:sldMk cId="2228584416" sldId="311"/>
        </pc:sldMkLst>
        <pc:spChg chg="mod">
          <ac:chgData name="Nick Wisely" userId="a459e8a3726ef50c" providerId="LiveId" clId="{19D5AA45-A625-4438-8C3B-94A22A51738B}" dt="2026-09-04T14:11:51.070" v="2059"/>
          <ac:spMkLst>
            <pc:docMk/>
            <pc:sldMk cId="2228584416" sldId="311"/>
            <ac:spMk id="6" creationId="{00000000-0000-0000-0000-000000000000}"/>
          </ac:spMkLst>
        </pc:spChg>
        <pc:spChg chg="add mod">
          <ac:chgData name="Nick Wisely" userId="a459e8a3726ef50c" providerId="LiveId" clId="{19D5AA45-A625-4438-8C3B-94A22A51738B}" dt="2026-09-04T14:14:44.728" v="2529"/>
          <ac:spMkLst>
            <pc:docMk/>
            <pc:sldMk cId="2228584416" sldId="311"/>
            <ac:spMk id="11" creationId="{53ABCC12-A833-4DA6-B322-E7E1D1E92B78}"/>
          </ac:spMkLst>
        </pc:spChg>
        <pc:spChg chg="mod">
          <ac:chgData name="Nick Wisely" userId="a459e8a3726ef50c" providerId="LiveId" clId="{19D5AA45-A625-4438-8C3B-94A22A51738B}" dt="2026-09-04T14:14:34.128" v="2073"/>
          <ac:spMkLst>
            <pc:docMk/>
            <pc:sldMk cId="2228584416" sldId="311"/>
            <ac:spMk id="46" creationId="{00000000-0000-0000-0000-000000000000}"/>
          </ac:spMkLst>
        </pc:spChg>
        <pc:spChg chg="mod">
          <ac:chgData name="Nick Wisely" userId="a459e8a3726ef50c" providerId="LiveId" clId="{19D5AA45-A625-4438-8C3B-94A22A51738B}" dt="2026-09-04T14:14:44.728" v="2535"/>
          <ac:spMkLst>
            <pc:docMk/>
            <pc:sldMk cId="2228584416" sldId="311"/>
            <ac:spMk id="48" creationId="{00000000-0000-0000-0000-000000000000}"/>
          </ac:spMkLst>
        </pc:spChg>
        <pc:graphicFrameChg chg="add modGraphic">
          <ac:chgData name="Nick Wisely" userId="a459e8a3726ef50c" providerId="LiveId" clId="{19D5AA45-A625-4438-8C3B-94A22A51738B}" dt="2026-09-04T14:14:34.287" v="2523"/>
          <ac:graphicFrameMkLst>
            <pc:docMk/>
            <pc:sldMk cId="2228584416" sldId="311"/>
            <ac:graphicFrameMk id="10" creationId="{B0F160B6-218D-49FA-ABF9-0EBE5674386B}"/>
          </ac:graphicFrameMkLst>
        </pc:graphicFrameChg>
        <pc:graphicFrameChg chg="mod">
          <ac:chgData name="Nick Wisely" userId="a459e8a3726ef50c" providerId="LiveId" clId="{19D5AA45-A625-4438-8C3B-94A22A51738B}" dt="2026-09-04T14:14:34.128" v="2069"/>
          <ac:graphicFrameMkLst>
            <pc:docMk/>
            <pc:sldMk cId="2228584416" sldId="311"/>
            <ac:graphicFrameMk id="47" creationId="{00000000-0000-0000-0000-000000000000}"/>
          </ac:graphicFrameMkLst>
        </pc:graphicFrameChg>
      </pc:sldChg>
      <pc:sldChg chg="modSp add del mod">
        <pc:chgData name="Nick Wisely" userId="a459e8a3726ef50c" providerId="LiveId" clId="{19D5AA45-A625-4438-8C3B-94A22A51738B}" dt="2026-09-04T14:15:46.899" v="2539"/>
        <pc:sldMkLst>
          <pc:docMk/>
          <pc:sldMk cId="2434233814" sldId="312"/>
        </pc:sldMkLst>
        <pc:spChg chg="mod">
          <ac:chgData name="Nick Wisely" userId="a459e8a3726ef50c" providerId="LiveId" clId="{19D5AA45-A625-4438-8C3B-94A22A51738B}" dt="2026-09-04T14:12:23.211" v="2063"/>
          <ac:spMkLst>
            <pc:docMk/>
            <pc:sldMk cId="2434233814" sldId="312"/>
            <ac:spMk id="6" creationId="{00000000-0000-0000-0000-000000000000}"/>
          </ac:spMkLst>
        </pc:spChg>
      </pc:sldChg>
      <pc:sldChg chg="modSp add mod">
        <pc:chgData name="Nick Wisely" userId="a459e8a3726ef50c" providerId="LiveId" clId="{19D5AA45-A625-4438-8C3B-94A22A51738B}" dt="2026-09-04T14:27:50.531" v="2587" actId="207"/>
        <pc:sldMkLst>
          <pc:docMk/>
          <pc:sldMk cId="1969653595" sldId="313"/>
        </pc:sldMkLst>
        <pc:spChg chg="mod">
          <ac:chgData name="Nick Wisely" userId="a459e8a3726ef50c" providerId="LiveId" clId="{19D5AA45-A625-4438-8C3B-94A22A51738B}" dt="2026-09-04T14:27:50.531" v="2587" actId="207"/>
          <ac:spMkLst>
            <pc:docMk/>
            <pc:sldMk cId="1969653595" sldId="313"/>
            <ac:spMk id="48" creationId="{00000000-0000-0000-0000-000000000000}"/>
          </ac:spMkLst>
        </pc:spChg>
      </pc:sldChg>
      <pc:sldChg chg="modSp add mod">
        <pc:chgData name="Nick Wisely" userId="a459e8a3726ef50c" providerId="LiveId" clId="{19D5AA45-A625-4438-8C3B-94A22A51738B}" dt="2026-09-04T14:27:55.278" v="2588" actId="207"/>
        <pc:sldMkLst>
          <pc:docMk/>
          <pc:sldMk cId="1411135135" sldId="314"/>
        </pc:sldMkLst>
        <pc:spChg chg="mod">
          <ac:chgData name="Nick Wisely" userId="a459e8a3726ef50c" providerId="LiveId" clId="{19D5AA45-A625-4438-8C3B-94A22A51738B}" dt="2026-09-04T14:15:47.765" v="2540"/>
          <ac:spMkLst>
            <pc:docMk/>
            <pc:sldMk cId="1411135135" sldId="314"/>
            <ac:spMk id="6" creationId="{00000000-0000-0000-0000-000000000000}"/>
          </ac:spMkLst>
        </pc:spChg>
        <pc:spChg chg="mod">
          <ac:chgData name="Nick Wisely" userId="a459e8a3726ef50c" providerId="LiveId" clId="{19D5AA45-A625-4438-8C3B-94A22A51738B}" dt="2026-09-04T14:19:01.529" v="2560" actId="208"/>
          <ac:spMkLst>
            <pc:docMk/>
            <pc:sldMk cId="1411135135" sldId="314"/>
            <ac:spMk id="10" creationId="{FE715E57-ECCE-5247-240A-8D4454123175}"/>
          </ac:spMkLst>
        </pc:spChg>
        <pc:spChg chg="mod">
          <ac:chgData name="Nick Wisely" userId="a459e8a3726ef50c" providerId="LiveId" clId="{19D5AA45-A625-4438-8C3B-94A22A51738B}" dt="2026-09-04T14:27:55.278" v="2588" actId="207"/>
          <ac:spMkLst>
            <pc:docMk/>
            <pc:sldMk cId="1411135135" sldId="314"/>
            <ac:spMk id="48" creationId="{00000000-0000-0000-0000-000000000000}"/>
          </ac:spMkLst>
        </pc:spChg>
      </pc:sldChg>
      <pc:sldChg chg="modSp add mod">
        <pc:chgData name="Nick Wisely" userId="a459e8a3726ef50c" providerId="LiveId" clId="{19D5AA45-A625-4438-8C3B-94A22A51738B}" dt="2026-09-04T14:27:58.888" v="2589" actId="207"/>
        <pc:sldMkLst>
          <pc:docMk/>
          <pc:sldMk cId="440489453" sldId="315"/>
        </pc:sldMkLst>
        <pc:spChg chg="mod">
          <ac:chgData name="Nick Wisely" userId="a459e8a3726ef50c" providerId="LiveId" clId="{19D5AA45-A625-4438-8C3B-94A22A51738B}" dt="2026-09-04T14:27:58.888" v="2589" actId="207"/>
          <ac:spMkLst>
            <pc:docMk/>
            <pc:sldMk cId="440489453" sldId="315"/>
            <ac:spMk id="40" creationId="{00000000-0000-0000-0000-000000000000}"/>
          </ac:spMkLst>
        </pc:spChg>
        <pc:graphicFrameChg chg="mod">
          <ac:chgData name="Nick Wisely" userId="a459e8a3726ef50c" providerId="LiveId" clId="{19D5AA45-A625-4438-8C3B-94A22A51738B}" dt="2026-09-04T14:18:39.746" v="2552"/>
          <ac:graphicFrameMkLst>
            <pc:docMk/>
            <pc:sldMk cId="440489453" sldId="315"/>
            <ac:graphicFrameMk id="10" creationId="{00000000-0000-0000-0000-000000000000}"/>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'[Chart in Microsoft PowerPoint]Sheet1'!$B$1</c:f>
              <c:strCache>
                <c:ptCount val="1"/>
                <c:pt idx="0">
                  <c:v>MAU</c:v>
                </c:pt>
              </c:strCache>
            </c:strRef>
          </c:tx>
          <c:spPr>
            <a:ln w="28575" cap="rnd">
              <a:solidFill>
                <a:schemeClr val="tx1"/>
              </a:solidFill>
              <a:round/>
            </a:ln>
            <a:effectLst/>
          </c:spPr>
          <c:marker>
            <c:symbol val="diamond"/>
            <c:size val="7"/>
            <c:spPr>
              <a:solidFill>
                <a:schemeClr val="bg1"/>
              </a:solidFill>
              <a:ln w="9525">
                <a:solidFill>
                  <a:schemeClr val="tx1"/>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6-A66B-4729-8266-F87D4A8D30D9}"/>
                </c:ext>
              </c:extLst>
            </c:dLbl>
            <c:dLbl>
              <c:idx val="1"/>
              <c:delete val="1"/>
              <c:extLst>
                <c:ext xmlns:c15="http://schemas.microsoft.com/office/drawing/2012/chart" uri="{CE6537A1-D6FC-4f65-9D91-7224C49458BB}"/>
                <c:ext xmlns:c16="http://schemas.microsoft.com/office/drawing/2014/chart" uri="{C3380CC4-5D6E-409C-BE32-E72D297353CC}">
                  <c16:uniqueId val="{00000005-A66B-4729-8266-F87D4A8D30D9}"/>
                </c:ext>
              </c:extLst>
            </c:dLbl>
            <c:dLbl>
              <c:idx val="2"/>
              <c:delete val="1"/>
              <c:extLst>
                <c:ext xmlns:c15="http://schemas.microsoft.com/office/drawing/2012/chart" uri="{CE6537A1-D6FC-4f65-9D91-7224C49458BB}"/>
                <c:ext xmlns:c16="http://schemas.microsoft.com/office/drawing/2014/chart" uri="{C3380CC4-5D6E-409C-BE32-E72D297353CC}">
                  <c16:uniqueId val="{00000004-A66B-4729-8266-F87D4A8D30D9}"/>
                </c:ext>
              </c:extLst>
            </c:dLbl>
            <c:dLbl>
              <c:idx val="3"/>
              <c:delete val="1"/>
              <c:extLst>
                <c:ext xmlns:c15="http://schemas.microsoft.com/office/drawing/2012/chart" uri="{CE6537A1-D6FC-4f65-9D91-7224C49458BB}"/>
                <c:ext xmlns:c16="http://schemas.microsoft.com/office/drawing/2014/chart" uri="{C3380CC4-5D6E-409C-BE32-E72D297353CC}">
                  <c16:uniqueId val="{00000003-A66B-4729-8266-F87D4A8D30D9}"/>
                </c:ext>
              </c:extLst>
            </c:dLbl>
            <c:dLbl>
              <c:idx val="4"/>
              <c:delete val="1"/>
              <c:extLst>
                <c:ext xmlns:c15="http://schemas.microsoft.com/office/drawing/2012/chart" uri="{CE6537A1-D6FC-4f65-9D91-7224C49458BB}"/>
                <c:ext xmlns:c16="http://schemas.microsoft.com/office/drawing/2014/chart" uri="{C3380CC4-5D6E-409C-BE32-E72D297353CC}">
                  <c16:uniqueId val="{00000002-A66B-4729-8266-F87D4A8D30D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PowerPoint]Sheet1'!$A$2:$A$7</c:f>
              <c:strCache>
                <c:ptCount val="6"/>
                <c:pt idx="0">
                  <c:v>2025-04</c:v>
                </c:pt>
                <c:pt idx="1">
                  <c:v>2025-05</c:v>
                </c:pt>
                <c:pt idx="2">
                  <c:v>2025-06</c:v>
                </c:pt>
                <c:pt idx="3">
                  <c:v>2025-07</c:v>
                </c:pt>
                <c:pt idx="4">
                  <c:v>2025-08</c:v>
                </c:pt>
                <c:pt idx="5">
                  <c:v>2025-09</c:v>
                </c:pt>
              </c:strCache>
            </c:strRef>
          </c:cat>
          <c:val>
            <c:numRef>
              <c:f>'[Chart in Microsoft PowerPoint]Sheet1'!$B$2:$B$7</c:f>
              <c:numCache>
                <c:formatCode>General</c:formatCode>
                <c:ptCount val="6"/>
                <c:pt idx="0">
                  <c:v>1142</c:v>
                </c:pt>
                <c:pt idx="1">
                  <c:v>1147</c:v>
                </c:pt>
                <c:pt idx="2">
                  <c:v>1170</c:v>
                </c:pt>
                <c:pt idx="3">
                  <c:v>1139</c:v>
                </c:pt>
                <c:pt idx="4">
                  <c:v>1129</c:v>
                </c:pt>
                <c:pt idx="5">
                  <c:v>938</c:v>
                </c:pt>
              </c:numCache>
            </c:numRef>
          </c:val>
          <c:smooth val="0"/>
          <c:extLst>
            <c:ext xmlns:c16="http://schemas.microsoft.com/office/drawing/2014/chart" uri="{C3380CC4-5D6E-409C-BE32-E72D297353CC}">
              <c16:uniqueId val="{00000000-A66B-4729-8266-F87D4A8D30D9}"/>
            </c:ext>
          </c:extLst>
        </c:ser>
        <c:ser>
          <c:idx val="1"/>
          <c:order val="1"/>
          <c:tx>
            <c:strRef>
              <c:f>'[Chart in Microsoft PowerPoint]Sheet1'!$C$1</c:f>
              <c:strCache>
                <c:ptCount val="1"/>
                <c:pt idx="0">
                  <c:v>MAU</c:v>
                </c:pt>
              </c:strCache>
            </c:strRef>
          </c:tx>
          <c:spPr>
            <a:ln w="28575" cap="rnd">
              <a:solidFill>
                <a:schemeClr val="tx1"/>
              </a:solidFill>
              <a:prstDash val="dash"/>
              <a:round/>
            </a:ln>
            <a:effectLst/>
          </c:spPr>
          <c:marker>
            <c:symbol val="diamond"/>
            <c:size val="7"/>
            <c:spPr>
              <a:solidFill>
                <a:schemeClr val="bg1"/>
              </a:solidFill>
              <a:ln w="9525">
                <a:solidFill>
                  <a:schemeClr val="tx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PowerPoint]Sheet1'!$A$2:$A$7</c:f>
              <c:strCache>
                <c:ptCount val="6"/>
                <c:pt idx="0">
                  <c:v>2025-04</c:v>
                </c:pt>
                <c:pt idx="1">
                  <c:v>2025-05</c:v>
                </c:pt>
                <c:pt idx="2">
                  <c:v>2025-06</c:v>
                </c:pt>
                <c:pt idx="3">
                  <c:v>2025-07</c:v>
                </c:pt>
                <c:pt idx="4">
                  <c:v>2025-08</c:v>
                </c:pt>
                <c:pt idx="5">
                  <c:v>2025-09</c:v>
                </c:pt>
              </c:strCache>
            </c:strRef>
          </c:cat>
          <c:val>
            <c:numRef>
              <c:f>'[Chart in Microsoft PowerPoint]Sheet1'!$C$2:$C$7</c:f>
              <c:numCache>
                <c:formatCode>General</c:formatCode>
                <c:ptCount val="6"/>
                <c:pt idx="0">
                  <c:v>1142</c:v>
                </c:pt>
                <c:pt idx="1">
                  <c:v>1147</c:v>
                </c:pt>
                <c:pt idx="2">
                  <c:v>1170</c:v>
                </c:pt>
                <c:pt idx="3">
                  <c:v>1139</c:v>
                </c:pt>
                <c:pt idx="4">
                  <c:v>1129</c:v>
                </c:pt>
                <c:pt idx="5">
                  <c:v>1223</c:v>
                </c:pt>
              </c:numCache>
            </c:numRef>
          </c:val>
          <c:smooth val="0"/>
          <c:extLst>
            <c:ext xmlns:c16="http://schemas.microsoft.com/office/drawing/2014/chart" uri="{C3380CC4-5D6E-409C-BE32-E72D297353CC}">
              <c16:uniqueId val="{00000001-A66B-4729-8266-F87D4A8D30D9}"/>
            </c:ext>
          </c:extLst>
        </c:ser>
        <c:dLbls>
          <c:dLblPos val="t"/>
          <c:showLegendKey val="0"/>
          <c:showVal val="1"/>
          <c:showCatName val="0"/>
          <c:showSerName val="0"/>
          <c:showPercent val="0"/>
          <c:showBubbleSize val="0"/>
        </c:dLbls>
        <c:marker val="1"/>
        <c:smooth val="0"/>
        <c:axId val="960489904"/>
        <c:axId val="904075120"/>
      </c:lineChart>
      <c:catAx>
        <c:axId val="960489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4075120"/>
        <c:crosses val="autoZero"/>
        <c:auto val="1"/>
        <c:lblAlgn val="ctr"/>
        <c:lblOffset val="100"/>
        <c:noMultiLvlLbl val="0"/>
      </c:catAx>
      <c:valAx>
        <c:axId val="904075120"/>
        <c:scaling>
          <c:orientation val="minMax"/>
          <c:min val="6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04899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Series 1</c:v>
                </c:pt>
              </c:strCache>
            </c:strRef>
          </c:tx>
          <c:invertIfNegative val="1"/>
          <c:dPt>
            <c:idx val="0"/>
            <c:invertIfNegative val="1"/>
            <c:bubble3D val="0"/>
            <c:spPr>
              <a:solidFill>
                <a:srgbClr val="C9772F"/>
              </a:solidFill>
            </c:spPr>
            <c:extLst>
              <c:ext xmlns:c16="http://schemas.microsoft.com/office/drawing/2014/chart" uri="{C3380CC4-5D6E-409C-BE32-E72D297353CC}">
                <c16:uniqueId val="{00000001-C9AF-4A43-8219-2B3F171EE198}"/>
              </c:ext>
            </c:extLst>
          </c:dPt>
          <c:dPt>
            <c:idx val="1"/>
            <c:invertIfNegative val="1"/>
            <c:bubble3D val="0"/>
            <c:spPr>
              <a:solidFill>
                <a:srgbClr val="7D8E9C"/>
              </a:solidFill>
            </c:spPr>
            <c:extLst>
              <c:ext xmlns:c16="http://schemas.microsoft.com/office/drawing/2014/chart" uri="{C3380CC4-5D6E-409C-BE32-E72D297353CC}">
                <c16:uniqueId val="{00000003-C9AF-4A43-8219-2B3F171EE198}"/>
              </c:ext>
            </c:extLst>
          </c:dPt>
          <c:dPt>
            <c:idx val="2"/>
            <c:invertIfNegative val="1"/>
            <c:bubble3D val="0"/>
            <c:spPr>
              <a:solidFill>
                <a:srgbClr val="7D8E9C"/>
              </a:solidFill>
            </c:spPr>
            <c:extLst>
              <c:ext xmlns:c16="http://schemas.microsoft.com/office/drawing/2014/chart" uri="{C3380CC4-5D6E-409C-BE32-E72D297353CC}">
                <c16:uniqueId val="{00000005-C9AF-4A43-8219-2B3F171EE198}"/>
              </c:ext>
            </c:extLst>
          </c:dPt>
          <c:dLbls>
            <c:dLbl>
              <c:idx val="0"/>
              <c:tx>
                <c:rich>
                  <a:bodyPr/>
                  <a:lstStyle/>
                  <a:p>
                    <a:r>
                      <a:rPr lang="en-US" sz="1100" b="1">
                        <a:solidFill>
                          <a:srgbClr val="14324B"/>
                        </a:solidFill>
                      </a:rPr>
                      <a:t>4,837  (50%)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9AF-4A43-8219-2B3F171EE198}"/>
                </c:ext>
              </c:extLst>
            </c:dLbl>
            <c:dLbl>
              <c:idx val="1"/>
              <c:tx>
                <c:rich>
                  <a:bodyPr/>
                  <a:lstStyle/>
                  <a:p>
                    <a:r>
                      <a:rPr lang="en-US" sz="1100" b="1">
                        <a:solidFill>
                          <a:srgbClr val="14324B"/>
                        </a:solidFill>
                      </a:rPr>
                      <a:t>3,903  (40%)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9AF-4A43-8219-2B3F171EE198}"/>
                </c:ext>
              </c:extLst>
            </c:dLbl>
            <c:dLbl>
              <c:idx val="2"/>
              <c:tx>
                <c:rich>
                  <a:bodyPr/>
                  <a:lstStyle/>
                  <a:p>
                    <a:r>
                      <a:rPr lang="en-US" sz="1100" b="1">
                        <a:solidFill>
                          <a:srgbClr val="14324B"/>
                        </a:solidFill>
                      </a:rPr>
                      <a:t>1,021  (10%)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C9AF-4A43-8219-2B3F171EE198}"/>
                </c:ext>
              </c:extLst>
            </c:dLbl>
            <c:numFmt formatCode="#,##0" sourceLinked="0"/>
            <c:spPr>
              <a:noFill/>
              <a:ln>
                <a:noFill/>
              </a:ln>
              <a:effectLst/>
            </c:spPr>
            <c:txPr>
              <a:bodyPr/>
              <a:lstStyle/>
              <a:p>
                <a:pPr>
                  <a:defRPr sz="1100" b="1">
                    <a:solidFill>
                      <a:srgbClr val="14324B"/>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Android</c:v>
                </c:pt>
                <c:pt idx="1">
                  <c:v>iOS</c:v>
                </c:pt>
                <c:pt idx="2">
                  <c:v>Desktop</c:v>
                </c:pt>
              </c:strCache>
            </c:strRef>
          </c:cat>
          <c:val>
            <c:numRef>
              <c:f>Sheet1!$B$2:$B$4</c:f>
              <c:numCache>
                <c:formatCode>General</c:formatCode>
                <c:ptCount val="3"/>
                <c:pt idx="0">
                  <c:v>4837</c:v>
                </c:pt>
                <c:pt idx="1">
                  <c:v>3903</c:v>
                </c:pt>
                <c:pt idx="2">
                  <c:v>1021</c:v>
                </c:pt>
              </c:numCache>
            </c:numRef>
          </c:val>
          <c:extLst>
            <c:ext xmlns:c16="http://schemas.microsoft.com/office/drawing/2014/chart" uri="{C3380CC4-5D6E-409C-BE32-E72D297353CC}">
              <c16:uniqueId val="{00000006-C9AF-4A43-8219-2B3F171EE198}"/>
            </c:ext>
          </c:extLst>
        </c:ser>
        <c:dLbls>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CE3EA"/>
            </a:solidFill>
          </a:ln>
        </c:spPr>
        <c:txPr>
          <a:bodyPr/>
          <a:lstStyle/>
          <a:p>
            <a:pPr>
              <a:defRPr sz="1100">
                <a:solidFill>
                  <a:srgbClr val="2C3945"/>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DCE3EA"/>
              </a:solidFill>
            </a:ln>
          </c:spPr>
        </c:majorGridlines>
        <c:numFmt formatCode="#,##0" sourceLinked="0"/>
        <c:majorTickMark val="out"/>
        <c:minorTickMark val="none"/>
        <c:tickLblPos val="nextTo"/>
        <c:spPr>
          <a:ln>
            <a:noFill/>
          </a:ln>
        </c:spPr>
        <c:txPr>
          <a:bodyPr/>
          <a:lstStyle/>
          <a:p>
            <a:pPr>
              <a:defRPr sz="900">
                <a:solidFill>
                  <a:srgbClr val="8A98A5"/>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Series 1</c:v>
                </c:pt>
              </c:strCache>
            </c:strRef>
          </c:tx>
          <c:invertIfNegative val="1"/>
          <c:dPt>
            <c:idx val="0"/>
            <c:invertIfNegative val="1"/>
            <c:bubble3D val="0"/>
            <c:spPr>
              <a:solidFill>
                <a:srgbClr val="C9772F"/>
              </a:solidFill>
            </c:spPr>
            <c:extLst>
              <c:ext xmlns:c16="http://schemas.microsoft.com/office/drawing/2014/chart" uri="{C3380CC4-5D6E-409C-BE32-E72D297353CC}">
                <c16:uniqueId val="{00000001-488D-44ED-8D6A-DDD677472B62}"/>
              </c:ext>
            </c:extLst>
          </c:dPt>
          <c:dPt>
            <c:idx val="1"/>
            <c:invertIfNegative val="1"/>
            <c:bubble3D val="0"/>
            <c:spPr>
              <a:solidFill>
                <a:srgbClr val="7D8E9C"/>
              </a:solidFill>
            </c:spPr>
            <c:extLst>
              <c:ext xmlns:c16="http://schemas.microsoft.com/office/drawing/2014/chart" uri="{C3380CC4-5D6E-409C-BE32-E72D297353CC}">
                <c16:uniqueId val="{00000003-488D-44ED-8D6A-DDD677472B62}"/>
              </c:ext>
            </c:extLst>
          </c:dPt>
          <c:dPt>
            <c:idx val="2"/>
            <c:invertIfNegative val="1"/>
            <c:bubble3D val="0"/>
            <c:spPr>
              <a:solidFill>
                <a:srgbClr val="7D8E9C"/>
              </a:solidFill>
            </c:spPr>
            <c:extLst>
              <c:ext xmlns:c16="http://schemas.microsoft.com/office/drawing/2014/chart" uri="{C3380CC4-5D6E-409C-BE32-E72D297353CC}">
                <c16:uniqueId val="{00000005-488D-44ED-8D6A-DDD677472B62}"/>
              </c:ext>
            </c:extLst>
          </c:dPt>
          <c:dLbls>
            <c:numFmt formatCode="0.0&quot; d&quot;" sourceLinked="0"/>
            <c:spPr>
              <a:noFill/>
              <a:ln>
                <a:noFill/>
              </a:ln>
              <a:effectLst/>
            </c:spPr>
            <c:txPr>
              <a:bodyPr/>
              <a:lstStyle/>
              <a:p>
                <a:pPr>
                  <a:defRPr sz="1100" b="1">
                    <a:solidFill>
                      <a:srgbClr val="14324B"/>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Browse -&gt; Add to Cart</c:v>
                </c:pt>
                <c:pt idx="1">
                  <c:v>Add to Cart -&gt; Checkout</c:v>
                </c:pt>
                <c:pt idx="2">
                  <c:v>Checkout -&gt; Purchase</c:v>
                </c:pt>
              </c:strCache>
            </c:strRef>
          </c:cat>
          <c:val>
            <c:numRef>
              <c:f>Sheet1!$B$2:$B$4</c:f>
              <c:numCache>
                <c:formatCode>General</c:formatCode>
                <c:ptCount val="3"/>
                <c:pt idx="0">
                  <c:v>64.900000000000006</c:v>
                </c:pt>
                <c:pt idx="1">
                  <c:v>44.3</c:v>
                </c:pt>
                <c:pt idx="2">
                  <c:v>16.3</c:v>
                </c:pt>
              </c:numCache>
            </c:numRef>
          </c:val>
          <c:extLst>
            <c:ext xmlns:c16="http://schemas.microsoft.com/office/drawing/2014/chart" uri="{C3380CC4-5D6E-409C-BE32-E72D297353CC}">
              <c16:uniqueId val="{00000006-488D-44ED-8D6A-DDD677472B62}"/>
            </c:ext>
          </c:extLst>
        </c:ser>
        <c:dLbls>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CE3EA"/>
            </a:solidFill>
          </a:ln>
        </c:spPr>
        <c:txPr>
          <a:bodyPr/>
          <a:lstStyle/>
          <a:p>
            <a:pPr>
              <a:defRPr sz="1100">
                <a:solidFill>
                  <a:srgbClr val="2C3945"/>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DCE3EA"/>
              </a:solidFill>
            </a:ln>
          </c:spPr>
        </c:majorGridlines>
        <c:numFmt formatCode="0.0&quot; d&quot;" sourceLinked="0"/>
        <c:majorTickMark val="out"/>
        <c:minorTickMark val="none"/>
        <c:tickLblPos val="nextTo"/>
        <c:spPr>
          <a:ln>
            <a:noFill/>
          </a:ln>
        </c:spPr>
        <c:txPr>
          <a:bodyPr/>
          <a:lstStyle/>
          <a:p>
            <a:pPr>
              <a:defRPr sz="900">
                <a:solidFill>
                  <a:srgbClr val="8A98A5"/>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Series 1</c:v>
                </c:pt>
              </c:strCache>
            </c:strRef>
          </c:tx>
          <c:invertIfNegative val="1"/>
          <c:dPt>
            <c:idx val="0"/>
            <c:invertIfNegative val="1"/>
            <c:bubble3D val="0"/>
            <c:spPr>
              <a:solidFill>
                <a:srgbClr val="7D8E9C"/>
              </a:solidFill>
            </c:spPr>
            <c:extLst>
              <c:ext xmlns:c16="http://schemas.microsoft.com/office/drawing/2014/chart" uri="{C3380CC4-5D6E-409C-BE32-E72D297353CC}">
                <c16:uniqueId val="{00000001-F3AF-4178-9144-862765315B73}"/>
              </c:ext>
            </c:extLst>
          </c:dPt>
          <c:dPt>
            <c:idx val="1"/>
            <c:invertIfNegative val="1"/>
            <c:bubble3D val="0"/>
            <c:spPr>
              <a:solidFill>
                <a:srgbClr val="7D8E9C"/>
              </a:solidFill>
            </c:spPr>
            <c:extLst>
              <c:ext xmlns:c16="http://schemas.microsoft.com/office/drawing/2014/chart" uri="{C3380CC4-5D6E-409C-BE32-E72D297353CC}">
                <c16:uniqueId val="{00000003-F3AF-4178-9144-862765315B73}"/>
              </c:ext>
            </c:extLst>
          </c:dPt>
          <c:dPt>
            <c:idx val="2"/>
            <c:invertIfNegative val="1"/>
            <c:bubble3D val="0"/>
            <c:spPr>
              <a:solidFill>
                <a:srgbClr val="7D8E9C"/>
              </a:solidFill>
            </c:spPr>
            <c:extLst>
              <c:ext xmlns:c16="http://schemas.microsoft.com/office/drawing/2014/chart" uri="{C3380CC4-5D6E-409C-BE32-E72D297353CC}">
                <c16:uniqueId val="{00000005-F3AF-4178-9144-862765315B73}"/>
              </c:ext>
            </c:extLst>
          </c:dPt>
          <c:dPt>
            <c:idx val="3"/>
            <c:invertIfNegative val="1"/>
            <c:bubble3D val="0"/>
            <c:spPr>
              <a:solidFill>
                <a:srgbClr val="7D8E9C"/>
              </a:solidFill>
            </c:spPr>
            <c:extLst>
              <c:ext xmlns:c16="http://schemas.microsoft.com/office/drawing/2014/chart" uri="{C3380CC4-5D6E-409C-BE32-E72D297353CC}">
                <c16:uniqueId val="{00000007-F3AF-4178-9144-862765315B73}"/>
              </c:ext>
            </c:extLst>
          </c:dPt>
          <c:dPt>
            <c:idx val="4"/>
            <c:invertIfNegative val="1"/>
            <c:bubble3D val="0"/>
            <c:spPr>
              <a:solidFill>
                <a:srgbClr val="C9772F"/>
              </a:solidFill>
            </c:spPr>
            <c:extLst>
              <c:ext xmlns:c16="http://schemas.microsoft.com/office/drawing/2014/chart" uri="{C3380CC4-5D6E-409C-BE32-E72D297353CC}">
                <c16:uniqueId val="{00000009-F3AF-4178-9144-862765315B73}"/>
              </c:ext>
            </c:extLst>
          </c:dPt>
          <c:dPt>
            <c:idx val="5"/>
            <c:invertIfNegative val="1"/>
            <c:bubble3D val="0"/>
            <c:spPr>
              <a:solidFill>
                <a:srgbClr val="7D8E9C"/>
              </a:solidFill>
            </c:spPr>
            <c:extLst>
              <c:ext xmlns:c16="http://schemas.microsoft.com/office/drawing/2014/chart" uri="{C3380CC4-5D6E-409C-BE32-E72D297353CC}">
                <c16:uniqueId val="{0000000B-F3AF-4178-9144-862765315B73}"/>
              </c:ext>
            </c:extLst>
          </c:dPt>
          <c:dPt>
            <c:idx val="6"/>
            <c:invertIfNegative val="1"/>
            <c:bubble3D val="0"/>
            <c:spPr>
              <a:solidFill>
                <a:srgbClr val="7D8E9C"/>
              </a:solidFill>
            </c:spPr>
            <c:extLst>
              <c:ext xmlns:c16="http://schemas.microsoft.com/office/drawing/2014/chart" uri="{C3380CC4-5D6E-409C-BE32-E72D297353CC}">
                <c16:uniqueId val="{0000000D-F3AF-4178-9144-862765315B73}"/>
              </c:ext>
            </c:extLst>
          </c:dPt>
          <c:dLbls>
            <c:numFmt formatCode="#,##0" sourceLinked="0"/>
            <c:spPr>
              <a:noFill/>
              <a:ln>
                <a:noFill/>
              </a:ln>
              <a:effectLst/>
            </c:spPr>
            <c:txPr>
              <a:bodyPr/>
              <a:lstStyle/>
              <a:p>
                <a:pPr>
                  <a:defRPr sz="1100" b="1">
                    <a:solidFill>
                      <a:srgbClr val="14324B"/>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58</c:v>
                </c:pt>
                <c:pt idx="1">
                  <c:v>57</c:v>
                </c:pt>
                <c:pt idx="2">
                  <c:v>74</c:v>
                </c:pt>
                <c:pt idx="3">
                  <c:v>68</c:v>
                </c:pt>
                <c:pt idx="4">
                  <c:v>88</c:v>
                </c:pt>
                <c:pt idx="5">
                  <c:v>72</c:v>
                </c:pt>
                <c:pt idx="6">
                  <c:v>82</c:v>
                </c:pt>
              </c:numCache>
            </c:numRef>
          </c:val>
          <c:extLst>
            <c:ext xmlns:c16="http://schemas.microsoft.com/office/drawing/2014/chart" uri="{C3380CC4-5D6E-409C-BE32-E72D297353CC}">
              <c16:uniqueId val="{0000000E-F3AF-4178-9144-862765315B73}"/>
            </c:ext>
          </c:extLst>
        </c:ser>
        <c:dLbls>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CE3EA"/>
            </a:solidFill>
          </a:ln>
        </c:spPr>
        <c:txPr>
          <a:bodyPr/>
          <a:lstStyle/>
          <a:p>
            <a:pPr>
              <a:defRPr sz="1100">
                <a:solidFill>
                  <a:srgbClr val="2C3945"/>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DCE3EA"/>
              </a:solidFill>
            </a:ln>
          </c:spPr>
        </c:majorGridlines>
        <c:numFmt formatCode="#,##0" sourceLinked="0"/>
        <c:majorTickMark val="out"/>
        <c:minorTickMark val="none"/>
        <c:tickLblPos val="nextTo"/>
        <c:spPr>
          <a:ln>
            <a:noFill/>
          </a:ln>
        </c:spPr>
        <c:txPr>
          <a:bodyPr/>
          <a:lstStyle/>
          <a:p>
            <a:pPr>
              <a:defRPr sz="900">
                <a:solidFill>
                  <a:srgbClr val="8A98A5"/>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Series 1</c:v>
                </c:pt>
              </c:strCache>
            </c:strRef>
          </c:tx>
          <c:invertIfNegative val="1"/>
          <c:dPt>
            <c:idx val="0"/>
            <c:invertIfNegative val="1"/>
            <c:bubble3D val="0"/>
            <c:spPr>
              <a:solidFill>
                <a:srgbClr val="C9772F"/>
              </a:solidFill>
            </c:spPr>
            <c:extLst>
              <c:ext xmlns:c16="http://schemas.microsoft.com/office/drawing/2014/chart" uri="{C3380CC4-5D6E-409C-BE32-E72D297353CC}">
                <c16:uniqueId val="{00000001-7A0A-4684-B9C7-4946CBB5FF87}"/>
              </c:ext>
            </c:extLst>
          </c:dPt>
          <c:dPt>
            <c:idx val="1"/>
            <c:invertIfNegative val="1"/>
            <c:bubble3D val="0"/>
            <c:spPr>
              <a:solidFill>
                <a:srgbClr val="14324B"/>
              </a:solidFill>
            </c:spPr>
            <c:extLst>
              <c:ext xmlns:c16="http://schemas.microsoft.com/office/drawing/2014/chart" uri="{C3380CC4-5D6E-409C-BE32-E72D297353CC}">
                <c16:uniqueId val="{00000003-7A0A-4684-B9C7-4946CBB5FF87}"/>
              </c:ext>
            </c:extLst>
          </c:dPt>
          <c:dLbls>
            <c:numFmt formatCode="#,##0" sourceLinked="0"/>
            <c:spPr>
              <a:noFill/>
              <a:ln>
                <a:noFill/>
              </a:ln>
              <a:effectLst/>
            </c:spPr>
            <c:txPr>
              <a:bodyPr/>
              <a:lstStyle/>
              <a:p>
                <a:pPr>
                  <a:defRPr sz="1100" b="1">
                    <a:solidFill>
                      <a:srgbClr val="14324B"/>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Never purchased</c:v>
                </c:pt>
                <c:pt idx="1">
                  <c:v>Purchased</c:v>
                </c:pt>
              </c:strCache>
            </c:strRef>
          </c:cat>
          <c:val>
            <c:numRef>
              <c:f>Sheet1!$B$2:$B$3</c:f>
              <c:numCache>
                <c:formatCode>General</c:formatCode>
                <c:ptCount val="2"/>
                <c:pt idx="0">
                  <c:v>571</c:v>
                </c:pt>
                <c:pt idx="1">
                  <c:v>187</c:v>
                </c:pt>
              </c:numCache>
            </c:numRef>
          </c:val>
          <c:extLst>
            <c:ext xmlns:c16="http://schemas.microsoft.com/office/drawing/2014/chart" uri="{C3380CC4-5D6E-409C-BE32-E72D297353CC}">
              <c16:uniqueId val="{00000004-7A0A-4684-B9C7-4946CBB5FF87}"/>
            </c:ext>
          </c:extLst>
        </c:ser>
        <c:dLbls>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CE3EA"/>
            </a:solidFill>
          </a:ln>
        </c:spPr>
        <c:txPr>
          <a:bodyPr/>
          <a:lstStyle/>
          <a:p>
            <a:pPr>
              <a:defRPr sz="1100">
                <a:solidFill>
                  <a:srgbClr val="2C3945"/>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DCE3EA"/>
              </a:solidFill>
            </a:ln>
          </c:spPr>
        </c:majorGridlines>
        <c:numFmt formatCode="#,##0" sourceLinked="0"/>
        <c:majorTickMark val="out"/>
        <c:minorTickMark val="none"/>
        <c:tickLblPos val="nextTo"/>
        <c:spPr>
          <a:ln>
            <a:noFill/>
          </a:ln>
        </c:spPr>
        <c:txPr>
          <a:bodyPr/>
          <a:lstStyle/>
          <a:p>
            <a:pPr>
              <a:defRPr sz="900">
                <a:solidFill>
                  <a:srgbClr val="8A98A5"/>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www.linkedin.com/in/nickwisely/"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80160"/>
            <a:ext cx="7315200" cy="365760"/>
          </a:xfrm>
          <a:prstGeom prst="rect">
            <a:avLst/>
          </a:prstGeom>
          <a:noFill/>
        </p:spPr>
        <p:txBody>
          <a:bodyPr wrap="square">
            <a:spAutoFit/>
          </a:bodyPr>
          <a:lstStyle/>
          <a:p>
            <a:pPr algn="l"/>
            <a:r>
              <a:rPr sz="1600" b="1" i="0">
                <a:solidFill>
                  <a:srgbClr val="C9772F"/>
                </a:solidFill>
              </a:rPr>
              <a:t>EXECUTIVE REPORT</a:t>
            </a:r>
          </a:p>
        </p:txBody>
      </p:sp>
      <p:sp>
        <p:nvSpPr>
          <p:cNvPr id="5" name="TextBox 4"/>
          <p:cNvSpPr txBox="1"/>
          <p:nvPr/>
        </p:nvSpPr>
        <p:spPr>
          <a:xfrm>
            <a:off x="731520" y="1737360"/>
            <a:ext cx="8229600" cy="1463040"/>
          </a:xfrm>
          <a:prstGeom prst="rect">
            <a:avLst/>
          </a:prstGeom>
          <a:noFill/>
        </p:spPr>
        <p:txBody>
          <a:bodyPr wrap="square">
            <a:spAutoFit/>
          </a:bodyPr>
          <a:lstStyle/>
          <a:p>
            <a:pPr algn="l"/>
            <a:r>
              <a:rPr sz="4000" b="1" i="0">
                <a:solidFill>
                  <a:srgbClr val="FFFFFF"/>
                </a:solidFill>
              </a:rPr>
              <a:t>BukaToko Funnel</a:t>
            </a:r>
          </a:p>
          <a:p>
            <a:pPr algn="l"/>
            <a:r>
              <a:rPr sz="4000" b="1" i="0">
                <a:solidFill>
                  <a:srgbClr val="FFFFFF"/>
                </a:solidFill>
              </a:rPr>
              <a:t>Conversion Analysis</a:t>
            </a:r>
          </a:p>
        </p:txBody>
      </p:sp>
      <p:sp>
        <p:nvSpPr>
          <p:cNvPr id="6" name="TextBox 5"/>
          <p:cNvSpPr txBox="1"/>
          <p:nvPr/>
        </p:nvSpPr>
        <p:spPr>
          <a:xfrm>
            <a:off x="731520" y="3246120"/>
            <a:ext cx="7863840" cy="548640"/>
          </a:xfrm>
          <a:prstGeom prst="rect">
            <a:avLst/>
          </a:prstGeom>
          <a:noFill/>
        </p:spPr>
        <p:txBody>
          <a:bodyPr wrap="square">
            <a:spAutoFit/>
          </a:bodyPr>
          <a:lstStyle/>
          <a:p>
            <a:pPr algn="l"/>
            <a:r>
              <a:rPr sz="1500" b="0" i="0">
                <a:solidFill>
                  <a:srgbClr val="C7D2DE"/>
                </a:solidFill>
              </a:rPr>
              <a:t>Q2 2025 user activity across countries and channels, and where the purchase funnel leaks conversion.</a:t>
            </a:r>
          </a:p>
        </p:txBody>
      </p:sp>
      <p:cxnSp>
        <p:nvCxnSpPr>
          <p:cNvPr id="7" name="Connector 6"/>
          <p:cNvCxnSpPr/>
          <p:nvPr/>
        </p:nvCxnSpPr>
        <p:spPr>
          <a:xfrm>
            <a:off x="731520" y="4160520"/>
            <a:ext cx="1828800" cy="0"/>
          </a:xfrm>
          <a:prstGeom prst="line">
            <a:avLst/>
          </a:prstGeom>
          <a:ln w="25400">
            <a:solidFill>
              <a:srgbClr val="C9772F"/>
            </a:solidFill>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DD1183EF-56E1-6AA9-8E84-11301819C112}"/>
              </a:ext>
            </a:extLst>
          </p:cNvPr>
          <p:cNvGrpSpPr/>
          <p:nvPr/>
        </p:nvGrpSpPr>
        <p:grpSpPr>
          <a:xfrm>
            <a:off x="2651760" y="4780300"/>
            <a:ext cx="5943600" cy="888980"/>
            <a:chOff x="731520" y="4389120"/>
            <a:chExt cx="5943600" cy="888980"/>
          </a:xfrm>
        </p:grpSpPr>
        <p:sp>
          <p:nvSpPr>
            <p:cNvPr id="8" name="TextBox 7"/>
            <p:cNvSpPr txBox="1"/>
            <p:nvPr/>
          </p:nvSpPr>
          <p:spPr>
            <a:xfrm>
              <a:off x="731520" y="4389120"/>
              <a:ext cx="5486400" cy="365760"/>
            </a:xfrm>
            <a:prstGeom prst="rect">
              <a:avLst/>
            </a:prstGeom>
            <a:noFill/>
          </p:spPr>
          <p:txBody>
            <a:bodyPr wrap="square">
              <a:spAutoFit/>
            </a:bodyPr>
            <a:lstStyle/>
            <a:p>
              <a:pPr algn="l"/>
              <a:r>
                <a:rPr sz="2000" b="1" i="0">
                  <a:solidFill>
                    <a:srgbClr val="FFFFFF"/>
                  </a:solidFill>
                </a:rPr>
                <a:t>Nick Wisely</a:t>
              </a:r>
            </a:p>
          </p:txBody>
        </p:sp>
        <p:sp>
          <p:nvSpPr>
            <p:cNvPr id="9" name="TextBox 8"/>
            <p:cNvSpPr txBox="1"/>
            <p:nvPr/>
          </p:nvSpPr>
          <p:spPr>
            <a:xfrm>
              <a:off x="731520" y="4754880"/>
              <a:ext cx="5943600" cy="523220"/>
            </a:xfrm>
            <a:prstGeom prst="rect">
              <a:avLst/>
            </a:prstGeom>
            <a:noFill/>
          </p:spPr>
          <p:txBody>
            <a:bodyPr wrap="square">
              <a:spAutoFit/>
            </a:bodyPr>
            <a:lstStyle/>
            <a:p>
              <a:r>
                <a:rPr sz="1400" b="0" i="0" dirty="0">
                  <a:solidFill>
                    <a:srgbClr val="C7D2DE"/>
                  </a:solidFill>
                </a:rPr>
                <a:t>Data Modeling Analyst, </a:t>
              </a:r>
              <a:r>
                <a:rPr sz="1400" b="0" i="0" dirty="0" err="1">
                  <a:solidFill>
                    <a:srgbClr val="C7D2DE"/>
                  </a:solidFill>
                </a:rPr>
                <a:t>Kredivo</a:t>
              </a:r>
              <a:r>
                <a:rPr sz="1400" b="0" i="0" dirty="0">
                  <a:solidFill>
                    <a:srgbClr val="C7D2DE"/>
                  </a:solidFill>
                </a:rPr>
                <a:t> Group</a:t>
              </a:r>
              <a:br>
                <a:rPr lang="en-US" sz="1400" dirty="0">
                  <a:solidFill>
                    <a:srgbClr val="C7D2DE"/>
                  </a:solidFill>
                </a:rPr>
              </a:br>
              <a:r>
                <a:rPr lang="en-US" sz="1400" b="1" dirty="0">
                  <a:solidFill>
                    <a:schemeClr val="bg1"/>
                  </a:solidFill>
                  <a:hlinkClick r:id="rId2">
                    <a:extLst>
                      <a:ext uri="{A12FA001-AC4F-418D-AE19-62706E023703}">
                        <ahyp:hlinkClr xmlns:ahyp="http://schemas.microsoft.com/office/drawing/2018/hyperlinkcolor" val="tx"/>
                      </a:ext>
                    </a:extLst>
                  </a:hlinkClick>
                </a:rPr>
                <a:t>https://www.linkedin.com/in/nickwisely/</a:t>
              </a:r>
              <a:r>
                <a:rPr lang="en-US" sz="1400" b="1" dirty="0">
                  <a:solidFill>
                    <a:schemeClr val="bg1"/>
                  </a:solidFill>
                </a:rPr>
                <a:t> </a:t>
              </a:r>
              <a:endParaRPr sz="1400" b="1" i="0" dirty="0">
                <a:solidFill>
                  <a:schemeClr val="bg1"/>
                </a:solidFill>
              </a:endParaRPr>
            </a:p>
          </p:txBody>
        </p:sp>
      </p:grpSp>
      <p:sp>
        <p:nvSpPr>
          <p:cNvPr id="10" name="TextBox 9"/>
          <p:cNvSpPr txBox="1"/>
          <p:nvPr/>
        </p:nvSpPr>
        <p:spPr>
          <a:xfrm>
            <a:off x="731520" y="6263640"/>
            <a:ext cx="5486400" cy="274320"/>
          </a:xfrm>
          <a:prstGeom prst="rect">
            <a:avLst/>
          </a:prstGeom>
          <a:noFill/>
        </p:spPr>
        <p:txBody>
          <a:bodyPr wrap="square">
            <a:spAutoFit/>
          </a:bodyPr>
          <a:lstStyle/>
          <a:p>
            <a:pPr algn="l"/>
            <a:r>
              <a:rPr sz="1200" b="0" i="0">
                <a:solidFill>
                  <a:srgbClr val="8AA0B8"/>
                </a:solidFill>
              </a:rPr>
              <a:t>September 2026</a:t>
            </a:r>
          </a:p>
        </p:txBody>
      </p:sp>
      <p:pic>
        <p:nvPicPr>
          <p:cNvPr id="12" name="Picture 11">
            <a:extLst>
              <a:ext uri="{FF2B5EF4-FFF2-40B4-BE49-F238E27FC236}">
                <a16:creationId xmlns:a16="http://schemas.microsoft.com/office/drawing/2014/main" id="{00C8D870-1F29-B39D-D8FD-72EE6727E1D6}"/>
              </a:ext>
            </a:extLst>
          </p:cNvPr>
          <p:cNvPicPr>
            <a:picLocks noChangeAspect="1"/>
          </p:cNvPicPr>
          <p:nvPr/>
        </p:nvPicPr>
        <p:blipFill>
          <a:blip r:embed="rId3"/>
          <a:srcRect l="5399"/>
          <a:stretch>
            <a:fillRect/>
          </a:stretch>
        </p:blipFill>
        <p:spPr>
          <a:xfrm>
            <a:off x="755917" y="4406441"/>
            <a:ext cx="1560549" cy="1649613"/>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584775"/>
          </a:xfrm>
          <a:prstGeom prst="rect">
            <a:avLst/>
          </a:prstGeom>
          <a:noFill/>
        </p:spPr>
        <p:txBody>
          <a:bodyPr wrap="square">
            <a:spAutoFit/>
          </a:bodyPr>
          <a:lstStyle/>
          <a:p>
            <a:pPr algn="l"/>
            <a:r>
              <a:rPr sz="3200" b="1" i="0" dirty="0">
                <a:solidFill>
                  <a:srgbClr val="FFFFFF"/>
                </a:solidFill>
              </a:rPr>
              <a:t>Summary</a:t>
            </a: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01/09</a:t>
            </a:r>
          </a:p>
        </p:txBody>
      </p:sp>
      <p:sp>
        <p:nvSpPr>
          <p:cNvPr id="9" name="Rectangle 8"/>
          <p:cNvSpPr/>
          <p:nvPr/>
        </p:nvSpPr>
        <p:spPr>
          <a:xfrm>
            <a:off x="457200" y="1460500"/>
            <a:ext cx="1917700" cy="14986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460500"/>
            <a:ext cx="50800" cy="1498600"/>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1536700"/>
            <a:ext cx="1663700" cy="948978"/>
          </a:xfrm>
          <a:prstGeom prst="rect">
            <a:avLst/>
          </a:prstGeom>
          <a:noFill/>
        </p:spPr>
        <p:txBody>
          <a:bodyPr wrap="square">
            <a:spAutoFit/>
          </a:bodyPr>
          <a:lstStyle/>
          <a:p>
            <a:pPr algn="l"/>
            <a:r>
              <a:rPr sz="2800" b="1" i="0">
                <a:solidFill>
                  <a:srgbClr val="14324B"/>
                </a:solidFill>
              </a:rPr>
              <a:t>ID</a:t>
            </a:r>
          </a:p>
          <a:p>
            <a:pPr algn="l">
              <a:spcBef>
                <a:spcPts val="200"/>
              </a:spcBef>
            </a:pPr>
            <a:r>
              <a:rPr sz="1300" b="0" i="0">
                <a:solidFill>
                  <a:srgbClr val="6B7C8C"/>
                </a:solidFill>
              </a:rPr>
              <a:t>Top market, Q2 2025 (1,055 users)</a:t>
            </a:r>
          </a:p>
        </p:txBody>
      </p:sp>
      <p:sp>
        <p:nvSpPr>
          <p:cNvPr id="12" name="Rectangle 11"/>
          <p:cNvSpPr/>
          <p:nvPr/>
        </p:nvSpPr>
        <p:spPr>
          <a:xfrm>
            <a:off x="2565400" y="1460500"/>
            <a:ext cx="1917700" cy="14986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65400" y="1460500"/>
            <a:ext cx="50800" cy="1498600"/>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05100" y="1536700"/>
            <a:ext cx="1663700" cy="948978"/>
          </a:xfrm>
          <a:prstGeom prst="rect">
            <a:avLst/>
          </a:prstGeom>
          <a:noFill/>
        </p:spPr>
        <p:txBody>
          <a:bodyPr wrap="square">
            <a:spAutoFit/>
          </a:bodyPr>
          <a:lstStyle/>
          <a:p>
            <a:pPr algn="l"/>
            <a:r>
              <a:rPr sz="2800" b="1" i="0">
                <a:solidFill>
                  <a:srgbClr val="14324B"/>
                </a:solidFill>
              </a:rPr>
              <a:t>1,223</a:t>
            </a:r>
          </a:p>
          <a:p>
            <a:pPr algn="l">
              <a:spcBef>
                <a:spcPts val="200"/>
              </a:spcBef>
            </a:pPr>
            <a:r>
              <a:rPr sz="1300" b="0" i="0">
                <a:solidFill>
                  <a:srgbClr val="6B7C8C"/>
                </a:solidFill>
              </a:rPr>
              <a:t>September MAU pace vs 938 actual</a:t>
            </a:r>
          </a:p>
        </p:txBody>
      </p:sp>
      <p:sp>
        <p:nvSpPr>
          <p:cNvPr id="15" name="Rectangle 14"/>
          <p:cNvSpPr/>
          <p:nvPr/>
        </p:nvSpPr>
        <p:spPr>
          <a:xfrm>
            <a:off x="4660900" y="1460500"/>
            <a:ext cx="1917700" cy="14986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660900" y="1460500"/>
            <a:ext cx="50800" cy="1498600"/>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13300" y="1536700"/>
            <a:ext cx="1663700" cy="948978"/>
          </a:xfrm>
          <a:prstGeom prst="rect">
            <a:avLst/>
          </a:prstGeom>
          <a:noFill/>
        </p:spPr>
        <p:txBody>
          <a:bodyPr wrap="square">
            <a:spAutoFit/>
          </a:bodyPr>
          <a:lstStyle/>
          <a:p>
            <a:pPr algn="l"/>
            <a:r>
              <a:rPr sz="2800" b="1" i="0">
                <a:solidFill>
                  <a:srgbClr val="14324B"/>
                </a:solidFill>
              </a:rPr>
              <a:t>50%</a:t>
            </a:r>
          </a:p>
          <a:p>
            <a:pPr algn="l">
              <a:spcBef>
                <a:spcPts val="200"/>
              </a:spcBef>
            </a:pPr>
            <a:r>
              <a:rPr sz="1300" b="0" i="0">
                <a:solidFill>
                  <a:srgbClr val="6B7C8C"/>
                </a:solidFill>
              </a:rPr>
              <a:t>Android share; device-neutral funnel</a:t>
            </a:r>
          </a:p>
        </p:txBody>
      </p:sp>
      <p:sp>
        <p:nvSpPr>
          <p:cNvPr id="18" name="Rectangle 17"/>
          <p:cNvSpPr/>
          <p:nvPr/>
        </p:nvSpPr>
        <p:spPr>
          <a:xfrm>
            <a:off x="6769100" y="1460500"/>
            <a:ext cx="1917700" cy="14986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769100" y="1460500"/>
            <a:ext cx="50800" cy="1498600"/>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08800" y="1536700"/>
            <a:ext cx="1663700" cy="1025922"/>
          </a:xfrm>
          <a:prstGeom prst="rect">
            <a:avLst/>
          </a:prstGeom>
          <a:noFill/>
        </p:spPr>
        <p:txBody>
          <a:bodyPr wrap="square">
            <a:spAutoFit/>
          </a:bodyPr>
          <a:lstStyle/>
          <a:p>
            <a:pPr algn="l"/>
            <a:r>
              <a:rPr sz="2000" b="1" i="0" dirty="0">
                <a:solidFill>
                  <a:srgbClr val="14324B"/>
                </a:solidFill>
              </a:rPr>
              <a:t>1.6%</a:t>
            </a:r>
            <a:r>
              <a:rPr lang="en-US" sz="2000" b="1" i="0" dirty="0">
                <a:solidFill>
                  <a:srgbClr val="14324B"/>
                </a:solidFill>
              </a:rPr>
              <a:t> → 0.1% </a:t>
            </a:r>
            <a:endParaRPr sz="2000" b="1" i="0" dirty="0">
              <a:solidFill>
                <a:srgbClr val="14324B"/>
              </a:solidFill>
            </a:endParaRPr>
          </a:p>
          <a:p>
            <a:pPr algn="l">
              <a:spcBef>
                <a:spcPts val="200"/>
              </a:spcBef>
            </a:pPr>
            <a:r>
              <a:rPr sz="1300" b="0" i="0" dirty="0">
                <a:solidFill>
                  <a:srgbClr val="6B7C8C"/>
                </a:solidFill>
              </a:rPr>
              <a:t>of add-to-carts have same-day activity</a:t>
            </a:r>
            <a:r>
              <a:rPr lang="en-US" sz="1300" b="0" i="0" dirty="0">
                <a:solidFill>
                  <a:srgbClr val="6B7C8C"/>
                </a:solidFill>
              </a:rPr>
              <a:t> from search.</a:t>
            </a:r>
            <a:endParaRPr sz="1300" b="0" i="0" dirty="0">
              <a:solidFill>
                <a:srgbClr val="6B7C8C"/>
              </a:solidFill>
            </a:endParaRPr>
          </a:p>
        </p:txBody>
      </p:sp>
      <p:sp>
        <p:nvSpPr>
          <p:cNvPr id="21" name="TextBox 20"/>
          <p:cNvSpPr txBox="1"/>
          <p:nvPr/>
        </p:nvSpPr>
        <p:spPr>
          <a:xfrm>
            <a:off x="457200" y="3048000"/>
            <a:ext cx="5486400" cy="368300"/>
          </a:xfrm>
          <a:prstGeom prst="rect">
            <a:avLst/>
          </a:prstGeom>
          <a:noFill/>
        </p:spPr>
        <p:txBody>
          <a:bodyPr wrap="square">
            <a:spAutoFit/>
          </a:bodyPr>
          <a:lstStyle/>
          <a:p>
            <a:pPr algn="l"/>
            <a:r>
              <a:rPr b="1" i="0" dirty="0">
                <a:solidFill>
                  <a:srgbClr val="6B7C8C"/>
                </a:solidFill>
              </a:rPr>
              <a:t>KEY FINDINGS</a:t>
            </a:r>
          </a:p>
        </p:txBody>
      </p:sp>
      <p:sp>
        <p:nvSpPr>
          <p:cNvPr id="22" name="TextBox 21"/>
          <p:cNvSpPr txBox="1"/>
          <p:nvPr/>
        </p:nvSpPr>
        <p:spPr>
          <a:xfrm>
            <a:off x="457200" y="3378200"/>
            <a:ext cx="8229600" cy="3057247"/>
          </a:xfrm>
          <a:prstGeom prst="rect">
            <a:avLst/>
          </a:prstGeom>
          <a:noFill/>
        </p:spPr>
        <p:txBody>
          <a:bodyPr wrap="square">
            <a:spAutoFit/>
          </a:bodyPr>
          <a:lstStyle/>
          <a:p>
            <a:pPr marL="228600" indent="-228600" algn="l">
              <a:spcBef>
                <a:spcPts val="500"/>
              </a:spcBef>
              <a:buFont typeface="Arial"/>
              <a:buChar char="•"/>
            </a:pPr>
            <a:r>
              <a:rPr lang="en-US" sz="1600" b="0" i="0" dirty="0">
                <a:solidFill>
                  <a:srgbClr val="2C3945"/>
                </a:solidFill>
              </a:rPr>
              <a:t>Market — Indonesia is the biggest base: 1,055 active users in Q2 2025, 29% above the US and 2x Vietnam. Run conversion tests there first, with the US as control.</a:t>
            </a:r>
          </a:p>
          <a:p>
            <a:pPr marL="228600" indent="-228600" algn="l">
              <a:spcBef>
                <a:spcPts val="500"/>
              </a:spcBef>
              <a:buFont typeface="Arial"/>
              <a:buChar char="•"/>
            </a:pPr>
            <a:r>
              <a:rPr lang="en-US" sz="1600" b="0" i="0" dirty="0">
                <a:solidFill>
                  <a:srgbClr val="2C3945"/>
                </a:solidFill>
              </a:rPr>
              <a:t>Volume — MAU is flat at roughly 1.1-1.3k; September's 938 covers only 23 of 30 days, a ~1,223 full-month pace, so concentrate promo spend in that window.</a:t>
            </a:r>
          </a:p>
          <a:p>
            <a:pPr marL="228600" indent="-228600" algn="l">
              <a:spcBef>
                <a:spcPts val="500"/>
              </a:spcBef>
              <a:buFont typeface="Arial"/>
              <a:buChar char="•"/>
            </a:pPr>
            <a:r>
              <a:rPr lang="en-US" sz="1600" b="0" i="0" dirty="0">
                <a:solidFill>
                  <a:srgbClr val="2C3945"/>
                </a:solidFill>
              </a:rPr>
              <a:t>Device — Android holds 50% of 9,761 sessions, iOS 40%, desktop 10%, yet purchase is the last event for only 4-5% on every device: the funnel is device-neutral.</a:t>
            </a:r>
          </a:p>
          <a:p>
            <a:pPr marL="228600" indent="-228600" algn="l">
              <a:spcBef>
                <a:spcPts val="500"/>
              </a:spcBef>
              <a:buFont typeface="Arial"/>
              <a:buChar char="•"/>
            </a:pPr>
            <a:r>
              <a:rPr lang="en-US" sz="1600" b="0" i="0" dirty="0">
                <a:solidFill>
                  <a:srgbClr val="2C3945"/>
                </a:solidFill>
              </a:rPr>
              <a:t>Geography x device — the mix barely changes by country, so one Android-first release train is enough; a phone-sized UI reused on desktop is the likely quality gap.</a:t>
            </a:r>
          </a:p>
          <a:p>
            <a:pPr marL="228600" indent="-228600" algn="l">
              <a:spcBef>
                <a:spcPts val="500"/>
              </a:spcBef>
              <a:buFont typeface="Arial"/>
              <a:buChar char="•"/>
            </a:pPr>
            <a:r>
              <a:rPr lang="en-US" sz="1600" b="0" i="0" dirty="0">
                <a:solidFill>
                  <a:srgbClr val="2C3945"/>
                </a:solidFill>
              </a:rPr>
              <a:t>Momentum — only 1.6% of add-to-carts (16 of 970) follow same-day activity and search drives just 1 of them (0.1% or 6.3% of all same day); create same-day momentum with time-boxed flash sales.</a:t>
            </a:r>
          </a:p>
        </p:txBody>
      </p:sp>
    </p:spTree>
    <p:extLst>
      <p:ext uri="{BB962C8B-B14F-4D97-AF65-F5344CB8AC3E}">
        <p14:creationId xmlns:p14="http://schemas.microsoft.com/office/powerpoint/2010/main" val="1945690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C880653-4940-6D8F-BBB6-8FAC8AF71A77}"/>
              </a:ext>
            </a:extLst>
          </p:cNvPr>
          <p:cNvPicPr>
            <a:picLocks noChangeAspect="1"/>
          </p:cNvPicPr>
          <p:nvPr/>
        </p:nvPicPr>
        <p:blipFill>
          <a:blip r:embed="rId2"/>
          <a:srcRect r="11070"/>
          <a:stretch>
            <a:fillRect/>
          </a:stretch>
        </p:blipFill>
        <p:spPr>
          <a:xfrm>
            <a:off x="254000" y="1676400"/>
            <a:ext cx="4856480" cy="3505200"/>
          </a:xfrm>
          <a:prstGeom prst="rect">
            <a:avLst/>
          </a:prstGeom>
        </p:spPr>
      </p:pic>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523220"/>
          </a:xfrm>
          <a:prstGeom prst="rect">
            <a:avLst/>
          </a:prstGeom>
          <a:noFill/>
        </p:spPr>
        <p:txBody>
          <a:bodyPr wrap="square">
            <a:spAutoFit/>
          </a:bodyPr>
          <a:lstStyle/>
          <a:p>
            <a:pPr algn="l"/>
            <a:r>
              <a:rPr sz="2800" b="1" i="0" dirty="0">
                <a:solidFill>
                  <a:srgbClr val="FFFFFF"/>
                </a:solidFill>
              </a:rPr>
              <a:t>Q</a:t>
            </a:r>
            <a:r>
              <a:rPr lang="en-US" sz="2800" b="1" i="0" dirty="0">
                <a:solidFill>
                  <a:srgbClr val="FFFFFF"/>
                </a:solidFill>
              </a:rPr>
              <a:t>uestion </a:t>
            </a:r>
            <a:r>
              <a:rPr sz="2800" b="1" i="0" dirty="0">
                <a:solidFill>
                  <a:srgbClr val="FFFFFF"/>
                </a:solidFill>
              </a:rPr>
              <a:t>1 -- Active Users by Country (Q2 2025)</a:t>
            </a: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02/09</a:t>
            </a:r>
          </a:p>
        </p:txBody>
      </p:sp>
      <p:sp>
        <p:nvSpPr>
          <p:cNvPr id="11" name="TextBox 10"/>
          <p:cNvSpPr txBox="1"/>
          <p:nvPr/>
        </p:nvSpPr>
        <p:spPr>
          <a:xfrm>
            <a:off x="5313680" y="1600200"/>
            <a:ext cx="3677920" cy="4445000"/>
          </a:xfrm>
          <a:prstGeom prst="rect">
            <a:avLst/>
          </a:prstGeom>
          <a:noFill/>
        </p:spPr>
        <p:txBody>
          <a:bodyPr wrap="square">
            <a:noAutofit/>
          </a:bodyPr>
          <a:lstStyle/>
          <a:p>
            <a:pPr algn="l"/>
            <a:r>
              <a:rPr sz="1600" b="1" i="0" dirty="0"/>
              <a:t>REMARKS</a:t>
            </a:r>
          </a:p>
          <a:p>
            <a:pPr algn="l">
              <a:spcBef>
                <a:spcPts val="800"/>
              </a:spcBef>
            </a:pPr>
            <a:r>
              <a:rPr sz="1600" b="1" i="1" dirty="0"/>
              <a:t>Reading the chart: </a:t>
            </a:r>
            <a:r>
              <a:rPr sz="1600" b="0" i="1" dirty="0"/>
              <a:t>Indonesia leads Q2 2025 with 1,055 active users — 29% above the US (815) and more than 2x Vietnam (485). PH, MY and SG cluster near 460; TH and AU trail below 250.</a:t>
            </a:r>
          </a:p>
          <a:p>
            <a:pPr>
              <a:spcBef>
                <a:spcPts val="800"/>
              </a:spcBef>
            </a:pPr>
            <a:r>
              <a:rPr sz="1600" b="1" i="1" dirty="0"/>
              <a:t>Recommendation:</a:t>
            </a:r>
            <a:r>
              <a:rPr lang="en-US" sz="1600" b="1" i="1" dirty="0"/>
              <a:t> I</a:t>
            </a:r>
            <a:r>
              <a:rPr lang="en-US" sz="1600" i="1" dirty="0"/>
              <a:t>ncrease the sales density in Indonesia to generate more revenue. Match with country monthly personal capacity</a:t>
            </a:r>
            <a:endParaRPr sz="1600" i="1" dirty="0"/>
          </a:p>
        </p:txBody>
      </p:sp>
    </p:spTree>
    <p:extLst>
      <p:ext uri="{BB962C8B-B14F-4D97-AF65-F5344CB8AC3E}">
        <p14:creationId xmlns:p14="http://schemas.microsoft.com/office/powerpoint/2010/main" val="1102073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584775"/>
          </a:xfrm>
          <a:prstGeom prst="rect">
            <a:avLst/>
          </a:prstGeom>
          <a:noFill/>
        </p:spPr>
        <p:txBody>
          <a:bodyPr wrap="square">
            <a:spAutoFit/>
          </a:bodyPr>
          <a:lstStyle/>
          <a:p>
            <a:pPr algn="l"/>
            <a:r>
              <a:rPr sz="3200" b="1" i="0" dirty="0">
                <a:solidFill>
                  <a:srgbClr val="FFFFFF"/>
                </a:solidFill>
              </a:rPr>
              <a:t>Q</a:t>
            </a:r>
            <a:r>
              <a:rPr lang="en-US" sz="3200" b="1" i="0" dirty="0">
                <a:solidFill>
                  <a:srgbClr val="FFFFFF"/>
                </a:solidFill>
              </a:rPr>
              <a:t>uestion </a:t>
            </a:r>
            <a:r>
              <a:rPr sz="3200" b="1" i="0" dirty="0">
                <a:solidFill>
                  <a:srgbClr val="FFFFFF"/>
                </a:solidFill>
              </a:rPr>
              <a:t>2 -- Monthly Active Users Trend</a:t>
            </a: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03/09</a:t>
            </a:r>
          </a:p>
        </p:txBody>
      </p:sp>
      <p:sp>
        <p:nvSpPr>
          <p:cNvPr id="9" name="TextBox 8"/>
          <p:cNvSpPr txBox="1"/>
          <p:nvPr/>
        </p:nvSpPr>
        <p:spPr>
          <a:xfrm>
            <a:off x="457200" y="1417320"/>
            <a:ext cx="5486400" cy="256032"/>
          </a:xfrm>
          <a:prstGeom prst="rect">
            <a:avLst/>
          </a:prstGeom>
          <a:noFill/>
        </p:spPr>
        <p:txBody>
          <a:bodyPr wrap="square">
            <a:spAutoFit/>
          </a:bodyPr>
          <a:lstStyle/>
          <a:p>
            <a:pPr algn="l"/>
            <a:r>
              <a:rPr sz="1400" b="1" i="0">
                <a:solidFill>
                  <a:srgbClr val="6B7C8C"/>
                </a:solidFill>
              </a:rPr>
              <a:t>TOTAL MAU BY MONTH (APR-SEP 2025, SEP IS PARTIAL)</a:t>
            </a:r>
          </a:p>
        </p:txBody>
      </p:sp>
      <p:sp>
        <p:nvSpPr>
          <p:cNvPr id="11" name="Rectangle 10"/>
          <p:cNvSpPr/>
          <p:nvPr/>
        </p:nvSpPr>
        <p:spPr>
          <a:xfrm>
            <a:off x="512064" y="2008124"/>
            <a:ext cx="2468880" cy="6858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12064" y="2008124"/>
            <a:ext cx="54864" cy="685800"/>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081276"/>
            <a:ext cx="2212848" cy="539496"/>
          </a:xfrm>
          <a:prstGeom prst="rect">
            <a:avLst/>
          </a:prstGeom>
          <a:noFill/>
        </p:spPr>
        <p:txBody>
          <a:bodyPr wrap="square">
            <a:spAutoFit/>
          </a:bodyPr>
          <a:lstStyle/>
          <a:p>
            <a:pPr algn="l"/>
            <a:r>
              <a:rPr sz="2000" b="1" i="0" dirty="0">
                <a:solidFill>
                  <a:srgbClr val="14324B"/>
                </a:solidFill>
              </a:rPr>
              <a:t>938</a:t>
            </a:r>
          </a:p>
          <a:p>
            <a:pPr algn="l"/>
            <a:r>
              <a:rPr sz="1100" b="0" i="0" dirty="0">
                <a:solidFill>
                  <a:srgbClr val="6B7C8C"/>
                </a:solidFill>
              </a:rPr>
              <a:t>September actual MAU (1-23 Sep)</a:t>
            </a:r>
          </a:p>
        </p:txBody>
      </p:sp>
      <p:sp>
        <p:nvSpPr>
          <p:cNvPr id="14" name="Rectangle 13"/>
          <p:cNvSpPr/>
          <p:nvPr/>
        </p:nvSpPr>
        <p:spPr>
          <a:xfrm>
            <a:off x="512064" y="2854787"/>
            <a:ext cx="2468880" cy="1059185"/>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12064" y="2854787"/>
            <a:ext cx="54864" cy="1037337"/>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927940"/>
            <a:ext cx="2212848" cy="907941"/>
          </a:xfrm>
          <a:prstGeom prst="rect">
            <a:avLst/>
          </a:prstGeom>
          <a:noFill/>
        </p:spPr>
        <p:txBody>
          <a:bodyPr wrap="square">
            <a:spAutoFit/>
          </a:bodyPr>
          <a:lstStyle/>
          <a:p>
            <a:pPr algn="l"/>
            <a:r>
              <a:rPr sz="2000" b="1" i="0" dirty="0">
                <a:solidFill>
                  <a:srgbClr val="14324B"/>
                </a:solidFill>
              </a:rPr>
              <a:t>1,223</a:t>
            </a:r>
          </a:p>
          <a:p>
            <a:pPr algn="l"/>
            <a:r>
              <a:rPr sz="1100" b="0" i="0" dirty="0">
                <a:solidFill>
                  <a:srgbClr val="6B7C8C"/>
                </a:solidFill>
              </a:rPr>
              <a:t>September forecast </a:t>
            </a:r>
            <a:br>
              <a:rPr lang="en-US" sz="1100" b="0" i="0" dirty="0">
                <a:solidFill>
                  <a:srgbClr val="6B7C8C"/>
                </a:solidFill>
              </a:rPr>
            </a:br>
            <a:r>
              <a:rPr sz="1100" b="0" i="0" dirty="0">
                <a:solidFill>
                  <a:srgbClr val="6B7C8C"/>
                </a:solidFill>
              </a:rPr>
              <a:t>(x 30/23, full month)</a:t>
            </a:r>
            <a:br>
              <a:rPr lang="en-US" sz="1100" b="0" i="0" dirty="0">
                <a:solidFill>
                  <a:srgbClr val="6B7C8C"/>
                </a:solidFill>
              </a:rPr>
            </a:br>
            <a:r>
              <a:rPr lang="en-US" sz="1100" b="0" i="0" dirty="0">
                <a:solidFill>
                  <a:srgbClr val="6B7C8C"/>
                </a:solidFill>
              </a:rPr>
              <a:t>Possible All </a:t>
            </a:r>
            <a:r>
              <a:rPr lang="en-US" sz="1100" b="0" i="0" dirty="0" err="1">
                <a:solidFill>
                  <a:srgbClr val="6B7C8C"/>
                </a:solidFill>
              </a:rPr>
              <a:t>Tme</a:t>
            </a:r>
            <a:r>
              <a:rPr lang="en-US" sz="1100" b="0" i="0" dirty="0">
                <a:solidFill>
                  <a:srgbClr val="6B7C8C"/>
                </a:solidFill>
              </a:rPr>
              <a:t> High</a:t>
            </a:r>
            <a:endParaRPr sz="1100" b="0" i="0" dirty="0">
              <a:solidFill>
                <a:srgbClr val="6B7C8C"/>
              </a:solidFill>
            </a:endParaRPr>
          </a:p>
        </p:txBody>
      </p:sp>
      <p:graphicFrame>
        <p:nvGraphicFramePr>
          <p:cNvPr id="66" name="Chart 65">
            <a:extLst>
              <a:ext uri="{FF2B5EF4-FFF2-40B4-BE49-F238E27FC236}">
                <a16:creationId xmlns:a16="http://schemas.microsoft.com/office/drawing/2014/main" id="{8F543755-B1D7-4AAA-29C8-9B01CF4AD949}"/>
              </a:ext>
            </a:extLst>
          </p:cNvPr>
          <p:cNvGraphicFramePr>
            <a:graphicFrameLocks/>
          </p:cNvGraphicFramePr>
          <p:nvPr/>
        </p:nvGraphicFramePr>
        <p:xfrm>
          <a:off x="3426459" y="1805718"/>
          <a:ext cx="5493513" cy="1906405"/>
        </p:xfrm>
        <a:graphic>
          <a:graphicData uri="http://schemas.openxmlformats.org/drawingml/2006/chart">
            <c:chart xmlns:c="http://schemas.openxmlformats.org/drawingml/2006/chart" xmlns:r="http://schemas.openxmlformats.org/officeDocument/2006/relationships" r:id="rId2"/>
          </a:graphicData>
        </a:graphic>
      </p:graphicFrame>
      <p:pic>
        <p:nvPicPr>
          <p:cNvPr id="68" name="Picture 67">
            <a:extLst>
              <a:ext uri="{FF2B5EF4-FFF2-40B4-BE49-F238E27FC236}">
                <a16:creationId xmlns:a16="http://schemas.microsoft.com/office/drawing/2014/main" id="{8DD98EC9-29CC-80BB-DEA0-29CC0CAB102E}"/>
              </a:ext>
            </a:extLst>
          </p:cNvPr>
          <p:cNvPicPr>
            <a:picLocks noChangeAspect="1"/>
          </p:cNvPicPr>
          <p:nvPr/>
        </p:nvPicPr>
        <p:blipFill>
          <a:blip r:embed="rId3"/>
          <a:stretch>
            <a:fillRect/>
          </a:stretch>
        </p:blipFill>
        <p:spPr>
          <a:xfrm>
            <a:off x="3426459" y="3913973"/>
            <a:ext cx="5623561" cy="2184064"/>
          </a:xfrm>
          <a:prstGeom prst="rect">
            <a:avLst/>
          </a:prstGeom>
        </p:spPr>
      </p:pic>
      <p:sp>
        <p:nvSpPr>
          <p:cNvPr id="69" name="TextBox Note">
            <a:extLst>
              <a:ext uri="{FF2B5EF4-FFF2-40B4-BE49-F238E27FC236}">
                <a16:creationId xmlns:a16="http://schemas.microsoft.com/office/drawing/2014/main" id="{497D1391-E69B-4D26-BD50-A88DEA2C7D3B}"/>
              </a:ext>
            </a:extLst>
          </p:cNvPr>
          <p:cNvSpPr txBox="1"/>
          <p:nvPr/>
        </p:nvSpPr>
        <p:spPr>
          <a:xfrm>
            <a:off x="457200" y="4083780"/>
            <a:ext cx="2768600" cy="1910620"/>
          </a:xfrm>
          <a:prstGeom prst="rect">
            <a:avLst/>
          </a:prstGeom>
          <a:noFill/>
        </p:spPr>
        <p:txBody>
          <a:bodyPr vertOverflow="overflow" vert="horz" wrap="square" rtlCol="0" anchor="t">
            <a:noAutofit/>
          </a:bodyPr>
          <a:lstStyle/>
          <a:p>
            <a:pPr algn="l"/>
            <a:r>
              <a:rPr sz="1400" b="1" i="1" dirty="0"/>
              <a:t>Reading the trend: </a:t>
            </a:r>
            <a:r>
              <a:rPr sz="1400" b="0" i="1" dirty="0"/>
              <a:t>September's 938 covers only 23 days. Scaled to 30 days it reaches ~1,223 — the strongest month, not a decline.</a:t>
            </a:r>
          </a:p>
          <a:p>
            <a:pPr algn="l">
              <a:spcBef>
                <a:spcPts val="400"/>
              </a:spcBef>
            </a:pPr>
            <a:r>
              <a:rPr sz="1400" b="1" i="1" dirty="0"/>
              <a:t>Recommendation: </a:t>
            </a:r>
            <a:r>
              <a:rPr sz="1400" b="0" i="1" dirty="0"/>
              <a:t>re-baseline targets on 1,223 and put promo spend in this window; confirm with full-month data.</a:t>
            </a:r>
          </a:p>
        </p:txBody>
      </p:sp>
    </p:spTree>
    <p:extLst>
      <p:ext uri="{BB962C8B-B14F-4D97-AF65-F5344CB8AC3E}">
        <p14:creationId xmlns:p14="http://schemas.microsoft.com/office/powerpoint/2010/main" val="939532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493776"/>
          </a:xfrm>
          <a:prstGeom prst="rect">
            <a:avLst/>
          </a:prstGeom>
          <a:noFill/>
        </p:spPr>
        <p:txBody>
          <a:bodyPr wrap="square">
            <a:spAutoFit/>
          </a:bodyPr>
          <a:lstStyle/>
          <a:p>
            <a:pPr algn="l"/>
            <a:r>
              <a:rPr sz="3200" b="1" i="0">
                <a:solidFill>
                  <a:srgbClr val="FFFFFF"/>
                </a:solidFill>
              </a:rPr>
              <a:t>DIY 1 -- Device Usage</a:t>
            </a: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04/09</a:t>
            </a:r>
          </a:p>
        </p:txBody>
      </p:sp>
      <p:sp>
        <p:nvSpPr>
          <p:cNvPr id="9" name="TextBox 8"/>
          <p:cNvSpPr txBox="1"/>
          <p:nvPr/>
        </p:nvSpPr>
        <p:spPr>
          <a:xfrm>
            <a:off x="457200" y="1422400"/>
            <a:ext cx="3810000" cy="276999"/>
          </a:xfrm>
          <a:prstGeom prst="rect">
            <a:avLst/>
          </a:prstGeom>
          <a:noFill/>
        </p:spPr>
        <p:txBody>
          <a:bodyPr wrap="square">
            <a:spAutoFit/>
          </a:bodyPr>
          <a:lstStyle/>
          <a:p>
            <a:pPr algn="l"/>
            <a:r>
              <a:rPr sz="1200" b="1" i="0" dirty="0">
                <a:solidFill>
                  <a:srgbClr val="6B7C8C"/>
                </a:solidFill>
              </a:rPr>
              <a:t>SESSIONS BY DEVICE (1 SESSION = 1 EVENT)</a:t>
            </a:r>
          </a:p>
        </p:txBody>
      </p:sp>
      <p:graphicFrame>
        <p:nvGraphicFramePr>
          <p:cNvPr id="10" name="Chart 9"/>
          <p:cNvGraphicFramePr>
            <a:graphicFrameLocks noGrp="1"/>
          </p:cNvGraphicFramePr>
          <p:nvPr/>
        </p:nvGraphicFramePr>
        <p:xfrm>
          <a:off x="457200" y="1701800"/>
          <a:ext cx="3810000" cy="2540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4622800" y="1422400"/>
            <a:ext cx="4064000" cy="276999"/>
          </a:xfrm>
          <a:prstGeom prst="rect">
            <a:avLst/>
          </a:prstGeom>
          <a:noFill/>
        </p:spPr>
        <p:txBody>
          <a:bodyPr wrap="square">
            <a:spAutoFit/>
          </a:bodyPr>
          <a:lstStyle/>
          <a:p>
            <a:pPr algn="l"/>
            <a:r>
              <a:rPr sz="1200" b="1" i="0" dirty="0">
                <a:solidFill>
                  <a:srgbClr val="6B7C8C"/>
                </a:solidFill>
              </a:rPr>
              <a:t>WHERE EACH DEVICE'S USERS END (%)</a:t>
            </a:r>
          </a:p>
        </p:txBody>
      </p:sp>
      <p:sp>
        <p:nvSpPr>
          <p:cNvPr id="36" name="TextBox 35"/>
          <p:cNvSpPr txBox="1"/>
          <p:nvPr/>
        </p:nvSpPr>
        <p:spPr>
          <a:xfrm>
            <a:off x="457200" y="4292600"/>
            <a:ext cx="8229600" cy="1905000"/>
          </a:xfrm>
          <a:prstGeom prst="rect">
            <a:avLst/>
          </a:prstGeom>
          <a:noFill/>
        </p:spPr>
        <p:txBody>
          <a:bodyPr wrap="square">
            <a:noAutofit/>
          </a:bodyPr>
          <a:lstStyle/>
          <a:p>
            <a:pPr algn="l"/>
            <a:r>
              <a:rPr sz="1400" b="1" i="1" dirty="0"/>
              <a:t>Reading the charts: </a:t>
            </a:r>
            <a:r>
              <a:rPr sz="1400" b="0" i="1" dirty="0"/>
              <a:t>Android holds 4,837 of 9,761 sessions (50%), iOS 3,903 (40%) and desktop 1,021 (10%) — yet journeys end the same way on all three: </a:t>
            </a:r>
            <a:r>
              <a:rPr sz="1400" b="0" i="1" dirty="0" err="1"/>
              <a:t>page_view</a:t>
            </a:r>
            <a:r>
              <a:rPr sz="1400" b="0" i="1" dirty="0"/>
              <a:t> and </a:t>
            </a:r>
            <a:r>
              <a:rPr sz="1400" b="0" i="1" dirty="0" err="1"/>
              <a:t>product_view</a:t>
            </a:r>
            <a:r>
              <a:rPr sz="1400" b="0" i="1" dirty="0"/>
              <a:t> absorb 55-60% of last events and purchase is the last event for only 4-5%. Device is not what decides whether a user completes the funnel.</a:t>
            </a:r>
          </a:p>
          <a:p>
            <a:pPr algn="l">
              <a:spcBef>
                <a:spcPts val="300"/>
              </a:spcBef>
            </a:pPr>
            <a:r>
              <a:rPr sz="1400" b="1" i="1" dirty="0"/>
              <a:t>Possible cause: </a:t>
            </a:r>
            <a:r>
              <a:rPr sz="1400" b="0" i="1" dirty="0"/>
              <a:t>the UI is sized for a phone. On desktop the same layout leaves wasted width, oversized tap targets and a checkout that never uses the larger screen — which is why desktop gains nothing despite more room.</a:t>
            </a:r>
          </a:p>
          <a:p>
            <a:pPr algn="l">
              <a:spcBef>
                <a:spcPts val="300"/>
              </a:spcBef>
            </a:pPr>
            <a:r>
              <a:rPr sz="1400" b="1" i="1" dirty="0"/>
              <a:t>Recommendation: </a:t>
            </a:r>
            <a:r>
              <a:rPr sz="1400" b="0" i="1" dirty="0"/>
              <a:t>do not </a:t>
            </a:r>
            <a:r>
              <a:rPr sz="1400" b="0" i="1" dirty="0" err="1"/>
              <a:t>optimise</a:t>
            </a:r>
            <a:r>
              <a:rPr sz="1400" b="0" i="1" dirty="0"/>
              <a:t> for one device. Fix the funnel steps themselves, and treat a responsive desktop layout as a UI-quality fix rather than a growth bet.</a:t>
            </a:r>
          </a:p>
        </p:txBody>
      </p:sp>
      <p:pic>
        <p:nvPicPr>
          <p:cNvPr id="39" name="Picture 38">
            <a:extLst>
              <a:ext uri="{FF2B5EF4-FFF2-40B4-BE49-F238E27FC236}">
                <a16:creationId xmlns:a16="http://schemas.microsoft.com/office/drawing/2014/main" id="{625BE573-4924-6F93-A0C0-DA6B14DDA8AC}"/>
              </a:ext>
            </a:extLst>
          </p:cNvPr>
          <p:cNvPicPr>
            <a:picLocks noChangeAspect="1"/>
          </p:cNvPicPr>
          <p:nvPr/>
        </p:nvPicPr>
        <p:blipFill>
          <a:blip r:embed="rId3"/>
          <a:srcRect b="5687"/>
          <a:stretch>
            <a:fillRect/>
          </a:stretch>
        </p:blipFill>
        <p:spPr>
          <a:xfrm>
            <a:off x="4419600" y="1752600"/>
            <a:ext cx="4267200" cy="2108200"/>
          </a:xfrm>
          <a:prstGeom prst="rect">
            <a:avLst/>
          </a:prstGeom>
        </p:spPr>
      </p:pic>
    </p:spTree>
    <p:extLst>
      <p:ext uri="{BB962C8B-B14F-4D97-AF65-F5344CB8AC3E}">
        <p14:creationId xmlns:p14="http://schemas.microsoft.com/office/powerpoint/2010/main" val="3768784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584775"/>
          </a:xfrm>
          <a:prstGeom prst="rect">
            <a:avLst/>
          </a:prstGeom>
          <a:noFill/>
        </p:spPr>
        <p:txBody>
          <a:bodyPr wrap="square">
            <a:spAutoFit/>
          </a:bodyPr>
          <a:lstStyle/>
          <a:p>
            <a:pPr algn="l"/>
            <a:r>
              <a:rPr lang="en-US" sz="3200" b="1" i="0" dirty="0">
                <a:solidFill>
                  <a:srgbClr val="FFFFFF"/>
                </a:solidFill>
              </a:rPr>
              <a:t>DIY 1b – Device Mix by Country</a:t>
            </a: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04/09</a:t>
            </a:r>
          </a:p>
        </p:txBody>
      </p:sp>
      <p:sp>
        <p:nvSpPr>
          <p:cNvPr id="36" name="TextBox 35"/>
          <p:cNvSpPr txBox="1"/>
          <p:nvPr/>
        </p:nvSpPr>
        <p:spPr>
          <a:xfrm>
            <a:off x="6223000" y="1676400"/>
            <a:ext cx="2463800" cy="4318000"/>
          </a:xfrm>
          <a:prstGeom prst="rect">
            <a:avLst/>
          </a:prstGeom>
          <a:noFill/>
        </p:spPr>
        <p:txBody>
          <a:bodyPr wrap="square">
            <a:noAutofit/>
          </a:bodyPr>
          <a:lstStyle/>
          <a:p>
            <a:pPr algn="l"/>
            <a:r>
              <a:rPr sz="1600" b="1" i="0" dirty="0"/>
              <a:t>REMARKS</a:t>
            </a:r>
          </a:p>
          <a:p>
            <a:pPr algn="l">
              <a:spcBef>
                <a:spcPts val="800"/>
              </a:spcBef>
            </a:pPr>
            <a:r>
              <a:rPr sz="1600" b="1" i="1" dirty="0"/>
              <a:t>Reading the chart: </a:t>
            </a:r>
            <a:r>
              <a:rPr sz="1600" b="0" i="1" dirty="0"/>
              <a:t>Android takes roughly half of events in every market, iOS most of the rest and desktop about 10%. The mix barely moves by country, and device does not change how far a user gets in the funnel.</a:t>
            </a:r>
          </a:p>
          <a:p>
            <a:pPr algn="l">
              <a:spcBef>
                <a:spcPts val="800"/>
              </a:spcBef>
            </a:pPr>
            <a:r>
              <a:rPr sz="1600" b="1" i="1" dirty="0"/>
              <a:t>Possible cause: </a:t>
            </a:r>
            <a:r>
              <a:rPr sz="1600" b="0" i="1" dirty="0"/>
              <a:t>a phone-sized UI reused on desktop.</a:t>
            </a:r>
          </a:p>
          <a:p>
            <a:pPr algn="l">
              <a:spcBef>
                <a:spcPts val="800"/>
              </a:spcBef>
            </a:pPr>
            <a:r>
              <a:rPr sz="1600" b="1" i="1" dirty="0"/>
              <a:t>Recommendation: </a:t>
            </a:r>
            <a:r>
              <a:rPr sz="1600" b="0" i="1" dirty="0"/>
              <a:t>one global release train, no per-device or per-country </a:t>
            </a:r>
            <a:r>
              <a:rPr sz="1600" b="0" i="1" dirty="0" err="1"/>
              <a:t>optimisation</a:t>
            </a:r>
            <a:r>
              <a:rPr sz="1600" b="0" i="1" dirty="0"/>
              <a:t>.</a:t>
            </a:r>
          </a:p>
        </p:txBody>
      </p:sp>
      <p:pic>
        <p:nvPicPr>
          <p:cNvPr id="10" name="Picture 9">
            <a:extLst>
              <a:ext uri="{FF2B5EF4-FFF2-40B4-BE49-F238E27FC236}">
                <a16:creationId xmlns:a16="http://schemas.microsoft.com/office/drawing/2014/main" id="{EC19A5D3-919D-05FA-BE97-9B7767363DEC}"/>
              </a:ext>
            </a:extLst>
          </p:cNvPr>
          <p:cNvPicPr>
            <a:picLocks noChangeAspect="1"/>
          </p:cNvPicPr>
          <p:nvPr/>
        </p:nvPicPr>
        <p:blipFill>
          <a:blip r:embed="rId2"/>
          <a:stretch>
            <a:fillRect/>
          </a:stretch>
        </p:blipFill>
        <p:spPr>
          <a:xfrm>
            <a:off x="283845" y="1814105"/>
            <a:ext cx="5862955" cy="3897301"/>
          </a:xfrm>
          <a:prstGeom prst="rect">
            <a:avLst/>
          </a:prstGeom>
        </p:spPr>
      </p:pic>
    </p:spTree>
    <p:extLst>
      <p:ext uri="{BB962C8B-B14F-4D97-AF65-F5344CB8AC3E}">
        <p14:creationId xmlns:p14="http://schemas.microsoft.com/office/powerpoint/2010/main" val="945055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69699-9EF9-7ADA-BA3E-69A46A80C23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40C7C06-3838-63A4-0920-4CD3A421B87F}"/>
              </a:ext>
            </a:extLst>
          </p:cNvPr>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45C9E82F-15EE-E558-502E-A8DFA19E39B0}"/>
              </a:ext>
            </a:extLst>
          </p:cNvPr>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102F316-5ED6-BF5B-586F-11137C23DC4F}"/>
              </a:ext>
            </a:extLst>
          </p:cNvPr>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C49C01E-D403-D263-59BC-BFDDDFD8A26C}"/>
              </a:ext>
            </a:extLst>
          </p:cNvPr>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a:extLst>
              <a:ext uri="{FF2B5EF4-FFF2-40B4-BE49-F238E27FC236}">
                <a16:creationId xmlns:a16="http://schemas.microsoft.com/office/drawing/2014/main" id="{9666E094-ED79-1FE9-632A-19B3B2CE3ED2}"/>
              </a:ext>
            </a:extLst>
          </p:cNvPr>
          <p:cNvSpPr txBox="1"/>
          <p:nvPr/>
        </p:nvSpPr>
        <p:spPr>
          <a:xfrm>
            <a:off x="457200" y="585216"/>
            <a:ext cx="7872983" cy="584775"/>
          </a:xfrm>
          <a:prstGeom prst="rect">
            <a:avLst/>
          </a:prstGeom>
          <a:noFill/>
        </p:spPr>
        <p:txBody>
          <a:bodyPr wrap="square">
            <a:spAutoFit/>
          </a:bodyPr>
          <a:lstStyle/>
          <a:p>
            <a:pPr algn="l"/>
            <a:r>
              <a:rPr lang="en-US" sz="3200" b="1" i="0" dirty="0">
                <a:solidFill>
                  <a:srgbClr val="FFFFFF"/>
                </a:solidFill>
              </a:rPr>
              <a:t>DIY 2 – Same-Day Add-to-Cart Momentum</a:t>
            </a:r>
            <a:endParaRPr sz="3200" b="1" i="0" dirty="0">
              <a:solidFill>
                <a:srgbClr val="FFFFFF"/>
              </a:solidFill>
            </a:endParaRPr>
          </a:p>
        </p:txBody>
      </p:sp>
      <p:sp>
        <p:nvSpPr>
          <p:cNvPr id="7" name="TextBox 6">
            <a:extLst>
              <a:ext uri="{FF2B5EF4-FFF2-40B4-BE49-F238E27FC236}">
                <a16:creationId xmlns:a16="http://schemas.microsoft.com/office/drawing/2014/main" id="{28BF6A63-42E9-B827-6DEE-43A7C338E5CC}"/>
              </a:ext>
            </a:extLst>
          </p:cNvPr>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a:extLst>
              <a:ext uri="{FF2B5EF4-FFF2-40B4-BE49-F238E27FC236}">
                <a16:creationId xmlns:a16="http://schemas.microsoft.com/office/drawing/2014/main" id="{F8434D8E-4AF8-1481-A99B-BC66C2EC13A3}"/>
              </a:ext>
            </a:extLst>
          </p:cNvPr>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04/09</a:t>
            </a:r>
          </a:p>
        </p:txBody>
      </p:sp>
      <p:sp>
        <p:nvSpPr>
          <p:cNvPr id="11" name="TextBox 10">
            <a:extLst>
              <a:ext uri="{FF2B5EF4-FFF2-40B4-BE49-F238E27FC236}">
                <a16:creationId xmlns:a16="http://schemas.microsoft.com/office/drawing/2014/main" id="{2C25864B-59EC-5326-4750-CDBE52661939}"/>
              </a:ext>
            </a:extLst>
          </p:cNvPr>
          <p:cNvSpPr txBox="1"/>
          <p:nvPr/>
        </p:nvSpPr>
        <p:spPr>
          <a:xfrm>
            <a:off x="457200" y="4800600"/>
            <a:ext cx="8229600" cy="307777"/>
          </a:xfrm>
          <a:prstGeom prst="rect">
            <a:avLst/>
          </a:prstGeom>
          <a:noFill/>
        </p:spPr>
        <p:txBody>
          <a:bodyPr wrap="square">
            <a:spAutoFit/>
          </a:bodyPr>
          <a:lstStyle/>
          <a:p>
            <a:pPr algn="l"/>
            <a:r>
              <a:rPr sz="1400" b="1" i="0" dirty="0"/>
              <a:t>SAME-DAY MOMENTUM IS RARE — AND SEARCH IS NOT THE STORY</a:t>
            </a:r>
          </a:p>
        </p:txBody>
      </p:sp>
      <p:sp>
        <p:nvSpPr>
          <p:cNvPr id="36" name="TextBox 35">
            <a:extLst>
              <a:ext uri="{FF2B5EF4-FFF2-40B4-BE49-F238E27FC236}">
                <a16:creationId xmlns:a16="http://schemas.microsoft.com/office/drawing/2014/main" id="{D3B0864B-B9C5-92EE-8138-2844D775EC17}"/>
              </a:ext>
            </a:extLst>
          </p:cNvPr>
          <p:cNvSpPr txBox="1"/>
          <p:nvPr/>
        </p:nvSpPr>
        <p:spPr>
          <a:xfrm>
            <a:off x="457200" y="5105400"/>
            <a:ext cx="8229600" cy="1066800"/>
          </a:xfrm>
          <a:prstGeom prst="rect">
            <a:avLst/>
          </a:prstGeom>
          <a:noFill/>
        </p:spPr>
        <p:txBody>
          <a:bodyPr wrap="square">
            <a:noAutofit/>
          </a:bodyPr>
          <a:lstStyle/>
          <a:p>
            <a:pPr algn="l"/>
            <a:r>
              <a:rPr sz="1400" b="1" i="1" dirty="0"/>
              <a:t>Reading the charts: </a:t>
            </a:r>
            <a:r>
              <a:rPr sz="1400" b="0" i="1" dirty="0"/>
              <a:t>only 1.6% of add-to-cart events (16 of 970) have earlier same-day activity; 98.4% arrive cold. Of those 16, search triggered just 1 — 6.3% of same-day cases, 0.1% of all add-to-carts.</a:t>
            </a:r>
          </a:p>
          <a:p>
            <a:pPr algn="l">
              <a:spcBef>
                <a:spcPts val="300"/>
              </a:spcBef>
            </a:pPr>
            <a:r>
              <a:rPr sz="1400" b="1" i="1" dirty="0"/>
              <a:t>Recommendation: </a:t>
            </a:r>
            <a:r>
              <a:rPr sz="1400" b="0" i="1" dirty="0"/>
              <a:t>the issue is not the traffic source but how little happens in one day. Use time-boxed flash sales (6-hour deals, countdown, cart-expiry reminder) to compress browse, cart and checkout into one session.</a:t>
            </a:r>
          </a:p>
        </p:txBody>
      </p:sp>
      <p:pic>
        <p:nvPicPr>
          <p:cNvPr id="13" name="Picture 12">
            <a:extLst>
              <a:ext uri="{FF2B5EF4-FFF2-40B4-BE49-F238E27FC236}">
                <a16:creationId xmlns:a16="http://schemas.microsoft.com/office/drawing/2014/main" id="{7C5052F8-B424-7CD2-D5D3-13B9374AB1B4}"/>
              </a:ext>
            </a:extLst>
          </p:cNvPr>
          <p:cNvPicPr>
            <a:picLocks noChangeAspect="1"/>
          </p:cNvPicPr>
          <p:nvPr/>
        </p:nvPicPr>
        <p:blipFill>
          <a:blip r:embed="rId2"/>
          <a:stretch>
            <a:fillRect/>
          </a:stretch>
        </p:blipFill>
        <p:spPr>
          <a:xfrm>
            <a:off x="520700" y="1397000"/>
            <a:ext cx="8102600" cy="3276600"/>
          </a:xfrm>
          <a:prstGeom prst="rect">
            <a:avLst/>
          </a:prstGeom>
        </p:spPr>
      </p:pic>
    </p:spTree>
    <p:extLst>
      <p:ext uri="{BB962C8B-B14F-4D97-AF65-F5344CB8AC3E}">
        <p14:creationId xmlns:p14="http://schemas.microsoft.com/office/powerpoint/2010/main" val="3117783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584775"/>
          </a:xfrm>
          <a:prstGeom prst="rect">
            <a:avLst/>
          </a:prstGeom>
          <a:noFill/>
        </p:spPr>
        <p:txBody>
          <a:bodyPr wrap="square">
            <a:spAutoFit/>
          </a:bodyPr>
          <a:lstStyle/>
          <a:p>
            <a:pPr algn="l"/>
            <a:r>
              <a:rPr lang="en-US" sz="3200" b="1" i="0" dirty="0">
                <a:solidFill>
                  <a:srgbClr val="FFFFFF"/>
                </a:solidFill>
              </a:rPr>
              <a:t>Additional Analysis – What We Looked Into</a:t>
            </a: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01/09</a:t>
            </a:r>
          </a:p>
        </p:txBody>
      </p:sp>
      <p:sp>
        <p:nvSpPr>
          <p:cNvPr id="9" name="Rectangle 8"/>
          <p:cNvSpPr/>
          <p:nvPr/>
        </p:nvSpPr>
        <p:spPr>
          <a:xfrm>
            <a:off x="457200" y="1460500"/>
            <a:ext cx="1917700" cy="14224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460500"/>
            <a:ext cx="50800" cy="1422400"/>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1549400"/>
            <a:ext cx="1663700" cy="1270000"/>
          </a:xfrm>
          <a:prstGeom prst="rect">
            <a:avLst/>
          </a:prstGeom>
          <a:noFill/>
        </p:spPr>
        <p:txBody>
          <a:bodyPr wrap="square">
            <a:spAutoFit/>
          </a:bodyPr>
          <a:lstStyle/>
          <a:p>
            <a:pPr algn="l"/>
            <a:r>
              <a:rPr sz="1300" b="1" i="0">
                <a:solidFill>
                  <a:srgbClr val="C9772F"/>
                </a:solidFill>
              </a:rPr>
              <a:t>01</a:t>
            </a:r>
          </a:p>
          <a:p>
            <a:pPr algn="l"/>
            <a:r>
              <a:rPr sz="1800" b="1" i="0">
                <a:solidFill>
                  <a:srgbClr val="14324B"/>
                </a:solidFill>
              </a:rPr>
              <a:t>Funnel shape</a:t>
            </a:r>
          </a:p>
          <a:p>
            <a:pPr algn="l">
              <a:spcBef>
                <a:spcPts val="400"/>
              </a:spcBef>
            </a:pPr>
            <a:r>
              <a:rPr sz="1300" b="0" i="0">
                <a:solidFill>
                  <a:srgbClr val="6B7C8C"/>
                </a:solidFill>
              </a:rPr>
              <a:t>How much of Browse survives to Purchase?</a:t>
            </a:r>
          </a:p>
        </p:txBody>
      </p:sp>
      <p:sp>
        <p:nvSpPr>
          <p:cNvPr id="12" name="Rectangle 11"/>
          <p:cNvSpPr/>
          <p:nvPr/>
        </p:nvSpPr>
        <p:spPr>
          <a:xfrm>
            <a:off x="2565400" y="1460500"/>
            <a:ext cx="1917700" cy="14224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65400" y="1460500"/>
            <a:ext cx="50800" cy="1422400"/>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05100" y="1549400"/>
            <a:ext cx="1663700" cy="1270000"/>
          </a:xfrm>
          <a:prstGeom prst="rect">
            <a:avLst/>
          </a:prstGeom>
          <a:noFill/>
        </p:spPr>
        <p:txBody>
          <a:bodyPr wrap="square">
            <a:spAutoFit/>
          </a:bodyPr>
          <a:lstStyle/>
          <a:p>
            <a:pPr algn="l"/>
            <a:r>
              <a:rPr sz="1300" b="1" i="0">
                <a:solidFill>
                  <a:srgbClr val="C9772F"/>
                </a:solidFill>
              </a:rPr>
              <a:t>02</a:t>
            </a:r>
          </a:p>
          <a:p>
            <a:pPr algn="l"/>
            <a:r>
              <a:rPr sz="1800" b="1" i="0">
                <a:solidFill>
                  <a:srgbClr val="14324B"/>
                </a:solidFill>
              </a:rPr>
              <a:t>Lead time</a:t>
            </a:r>
          </a:p>
          <a:p>
            <a:pPr algn="l">
              <a:spcBef>
                <a:spcPts val="400"/>
              </a:spcBef>
            </a:pPr>
            <a:r>
              <a:rPr sz="1300" b="0" i="0">
                <a:solidFill>
                  <a:srgbClr val="6B7C8C"/>
                </a:solidFill>
              </a:rPr>
              <a:t>How long between stages, and which gap is slowest?</a:t>
            </a:r>
          </a:p>
        </p:txBody>
      </p:sp>
      <p:sp>
        <p:nvSpPr>
          <p:cNvPr id="15" name="Rectangle 14"/>
          <p:cNvSpPr/>
          <p:nvPr/>
        </p:nvSpPr>
        <p:spPr>
          <a:xfrm>
            <a:off x="4660900" y="1460500"/>
            <a:ext cx="1917700" cy="14224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660900" y="1460500"/>
            <a:ext cx="50800" cy="1422400"/>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13300" y="1549400"/>
            <a:ext cx="1663700" cy="1220847"/>
          </a:xfrm>
          <a:prstGeom prst="rect">
            <a:avLst/>
          </a:prstGeom>
          <a:noFill/>
        </p:spPr>
        <p:txBody>
          <a:bodyPr wrap="square">
            <a:spAutoFit/>
          </a:bodyPr>
          <a:lstStyle/>
          <a:p>
            <a:pPr algn="l"/>
            <a:r>
              <a:rPr sz="1300" b="1" i="0" dirty="0">
                <a:solidFill>
                  <a:srgbClr val="C9772F"/>
                </a:solidFill>
              </a:rPr>
              <a:t>03</a:t>
            </a:r>
          </a:p>
          <a:p>
            <a:pPr algn="l"/>
            <a:r>
              <a:rPr sz="1800" b="1" i="0" dirty="0">
                <a:solidFill>
                  <a:srgbClr val="14324B"/>
                </a:solidFill>
              </a:rPr>
              <a:t>Demand timing</a:t>
            </a:r>
          </a:p>
          <a:p>
            <a:pPr algn="l">
              <a:spcBef>
                <a:spcPts val="400"/>
              </a:spcBef>
            </a:pPr>
            <a:r>
              <a:rPr sz="1300" b="0" i="0" dirty="0">
                <a:solidFill>
                  <a:srgbClr val="6B7C8C"/>
                </a:solidFill>
              </a:rPr>
              <a:t>Which days and hours drive purchases?</a:t>
            </a:r>
          </a:p>
        </p:txBody>
      </p:sp>
      <p:sp>
        <p:nvSpPr>
          <p:cNvPr id="18" name="Rectangle 17"/>
          <p:cNvSpPr/>
          <p:nvPr/>
        </p:nvSpPr>
        <p:spPr>
          <a:xfrm>
            <a:off x="6769100" y="1460500"/>
            <a:ext cx="1917700" cy="14224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769100" y="1460500"/>
            <a:ext cx="50800" cy="1422400"/>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08800" y="1549400"/>
            <a:ext cx="1663700" cy="1270000"/>
          </a:xfrm>
          <a:prstGeom prst="rect">
            <a:avLst/>
          </a:prstGeom>
          <a:noFill/>
        </p:spPr>
        <p:txBody>
          <a:bodyPr wrap="square">
            <a:spAutoFit/>
          </a:bodyPr>
          <a:lstStyle/>
          <a:p>
            <a:pPr algn="l"/>
            <a:r>
              <a:rPr sz="1300" b="1" i="0">
                <a:solidFill>
                  <a:srgbClr val="C9772F"/>
                </a:solidFill>
              </a:rPr>
              <a:t>04</a:t>
            </a:r>
          </a:p>
          <a:p>
            <a:pPr algn="l"/>
            <a:r>
              <a:rPr sz="1800" b="1" i="0">
                <a:solidFill>
                  <a:srgbClr val="14324B"/>
                </a:solidFill>
              </a:rPr>
              <a:t>Cart drop-off</a:t>
            </a:r>
          </a:p>
          <a:p>
            <a:pPr algn="l">
              <a:spcBef>
                <a:spcPts val="400"/>
              </a:spcBef>
            </a:pPr>
            <a:r>
              <a:rPr sz="1300" b="0" i="0">
                <a:solidFill>
                  <a:srgbClr val="6B7C8C"/>
                </a:solidFill>
              </a:rPr>
              <a:t>Who adds to cart but never buys?</a:t>
            </a:r>
          </a:p>
        </p:txBody>
      </p:sp>
      <p:sp>
        <p:nvSpPr>
          <p:cNvPr id="21" name="TextBox 20"/>
          <p:cNvSpPr txBox="1"/>
          <p:nvPr/>
        </p:nvSpPr>
        <p:spPr>
          <a:xfrm>
            <a:off x="457200" y="3149600"/>
            <a:ext cx="5486400" cy="330200"/>
          </a:xfrm>
          <a:prstGeom prst="rect">
            <a:avLst/>
          </a:prstGeom>
          <a:noFill/>
        </p:spPr>
        <p:txBody>
          <a:bodyPr wrap="square">
            <a:spAutoFit/>
          </a:bodyPr>
          <a:lstStyle/>
          <a:p>
            <a:pPr algn="l"/>
            <a:r>
              <a:rPr sz="1600" b="1" i="0" dirty="0">
                <a:solidFill>
                  <a:srgbClr val="6B7C8C"/>
                </a:solidFill>
              </a:rPr>
              <a:t>THE BUSINESS QUESTION</a:t>
            </a:r>
          </a:p>
        </p:txBody>
      </p:sp>
      <p:sp>
        <p:nvSpPr>
          <p:cNvPr id="22" name="TextBox 21"/>
          <p:cNvSpPr txBox="1"/>
          <p:nvPr/>
        </p:nvSpPr>
        <p:spPr>
          <a:xfrm>
            <a:off x="457200" y="3505200"/>
            <a:ext cx="8229600" cy="2540000"/>
          </a:xfrm>
          <a:prstGeom prst="rect">
            <a:avLst/>
          </a:prstGeom>
          <a:noFill/>
        </p:spPr>
        <p:txBody>
          <a:bodyPr wrap="square">
            <a:spAutoFit/>
          </a:bodyPr>
          <a:lstStyle/>
          <a:p>
            <a:pPr algn="l"/>
            <a:r>
              <a:rPr lang="en-US" sz="1600" b="1" i="0" dirty="0">
                <a:solidFill>
                  <a:srgbClr val="2C3945"/>
                </a:solidFill>
              </a:rPr>
              <a:t>Where exactly do we lose the sale, and what would we have to change to get it back?</a:t>
            </a:r>
          </a:p>
          <a:p>
            <a:pPr marL="228600" indent="-228600" algn="l">
              <a:spcBef>
                <a:spcPts val="600"/>
              </a:spcBef>
              <a:buFont typeface="Arial"/>
              <a:buChar char="•"/>
            </a:pPr>
            <a:r>
              <a:rPr lang="en-US" sz="1600" b="0" i="0" dirty="0">
                <a:solidFill>
                  <a:srgbClr val="2C3945"/>
                </a:solidFill>
              </a:rPr>
              <a:t>These four analyses take the funnel apart step by step: how many users survive each stage, how long they wait in between, when demand actually happens, and where intent is created but never converted.</a:t>
            </a:r>
          </a:p>
          <a:p>
            <a:pPr marL="228600" indent="-228600" algn="l">
              <a:spcBef>
                <a:spcPts val="600"/>
              </a:spcBef>
              <a:buFont typeface="Arial"/>
              <a:buChar char="•"/>
            </a:pPr>
            <a:r>
              <a:rPr lang="en-US" sz="1600" b="0" i="0" dirty="0">
                <a:solidFill>
                  <a:srgbClr val="2C3945"/>
                </a:solidFill>
              </a:rPr>
              <a:t>Each is framed as a decision, not a chart: which step to fix first, when to intervene, and what to stop spending on.</a:t>
            </a:r>
          </a:p>
        </p:txBody>
      </p:sp>
    </p:spTree>
    <p:extLst>
      <p:ext uri="{BB962C8B-B14F-4D97-AF65-F5344CB8AC3E}">
        <p14:creationId xmlns:p14="http://schemas.microsoft.com/office/powerpoint/2010/main" val="1646270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493776"/>
          </a:xfrm>
          <a:prstGeom prst="rect">
            <a:avLst/>
          </a:prstGeom>
          <a:noFill/>
        </p:spPr>
        <p:txBody>
          <a:bodyPr wrap="square">
            <a:spAutoFit/>
          </a:bodyPr>
          <a:lstStyle/>
          <a:p>
            <a:pPr algn="l"/>
            <a:r>
              <a:rPr sz="3200" b="1" i="0">
                <a:solidFill>
                  <a:srgbClr val="FFFFFF"/>
                </a:solidFill>
              </a:rPr>
              <a:t>Funnel Conversion Overview</a:t>
            </a: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05/09</a:t>
            </a:r>
          </a:p>
        </p:txBody>
      </p:sp>
      <p:sp>
        <p:nvSpPr>
          <p:cNvPr id="9" name="TextBox 8"/>
          <p:cNvSpPr txBox="1"/>
          <p:nvPr/>
        </p:nvSpPr>
        <p:spPr>
          <a:xfrm>
            <a:off x="457200" y="1417320"/>
            <a:ext cx="5486400" cy="256032"/>
          </a:xfrm>
          <a:prstGeom prst="rect">
            <a:avLst/>
          </a:prstGeom>
          <a:noFill/>
        </p:spPr>
        <p:txBody>
          <a:bodyPr wrap="square">
            <a:spAutoFit/>
          </a:bodyPr>
          <a:lstStyle/>
          <a:p>
            <a:pPr algn="l"/>
            <a:r>
              <a:rPr sz="1400" b="1" i="0">
                <a:solidFill>
                  <a:srgbClr val="6B7C8C"/>
                </a:solidFill>
              </a:rPr>
              <a:t>USERS REACHING EACH FUNNEL STAGE</a:t>
            </a:r>
          </a:p>
        </p:txBody>
      </p:sp>
      <p:sp>
        <p:nvSpPr>
          <p:cNvPr id="13" name="TextBox 12"/>
          <p:cNvSpPr txBox="1"/>
          <p:nvPr/>
        </p:nvSpPr>
        <p:spPr>
          <a:xfrm>
            <a:off x="457200" y="4673600"/>
            <a:ext cx="8229600" cy="1524000"/>
          </a:xfrm>
          <a:prstGeom prst="rect">
            <a:avLst/>
          </a:prstGeom>
          <a:noFill/>
        </p:spPr>
        <p:txBody>
          <a:bodyPr wrap="square">
            <a:noAutofit/>
          </a:bodyPr>
          <a:lstStyle/>
          <a:p>
            <a:pPr algn="l"/>
            <a:r>
              <a:rPr sz="1400" b="1" i="1" dirty="0"/>
              <a:t>Reading the funnel: </a:t>
            </a:r>
            <a:r>
              <a:rPr sz="1400" b="0" i="1" dirty="0"/>
              <a:t>1,958 browse to 1,242 carts (63.4%) to 805 checkouts (64.8%) to 445 purchases. The weakest step is the last: only 55.3% of checkouts become a purchase — 360 users drop after already committing to buy.</a:t>
            </a:r>
          </a:p>
          <a:p>
            <a:pPr algn="l">
              <a:spcBef>
                <a:spcPts val="300"/>
              </a:spcBef>
            </a:pPr>
            <a:r>
              <a:rPr sz="1400" b="1" i="1" dirty="0"/>
              <a:t>Recommendation: </a:t>
            </a:r>
            <a:r>
              <a:rPr sz="1400" b="0" i="1" dirty="0"/>
              <a:t>diagnose payment, not the catalogue. Is paying easy? Is QRIS offered? Are Virtual Account and e-wallet complete, and do payment timeouts cancel orders? A UX test on checkout with 5-8 real buyers will expose this faster than any dashboard.</a:t>
            </a:r>
          </a:p>
        </p:txBody>
      </p:sp>
      <p:pic>
        <p:nvPicPr>
          <p:cNvPr id="18" name="Picture 17">
            <a:extLst>
              <a:ext uri="{FF2B5EF4-FFF2-40B4-BE49-F238E27FC236}">
                <a16:creationId xmlns:a16="http://schemas.microsoft.com/office/drawing/2014/main" id="{6ECC8012-421E-82DF-084F-2A176E2CE899}"/>
              </a:ext>
            </a:extLst>
          </p:cNvPr>
          <p:cNvPicPr>
            <a:picLocks noChangeAspect="1"/>
          </p:cNvPicPr>
          <p:nvPr/>
        </p:nvPicPr>
        <p:blipFill>
          <a:blip r:embed="rId2"/>
          <a:stretch>
            <a:fillRect/>
          </a:stretch>
        </p:blipFill>
        <p:spPr>
          <a:xfrm>
            <a:off x="203200" y="1752600"/>
            <a:ext cx="4521200" cy="2921000"/>
          </a:xfrm>
          <a:prstGeom prst="rect">
            <a:avLst/>
          </a:prstGeom>
        </p:spPr>
      </p:pic>
      <p:pic>
        <p:nvPicPr>
          <p:cNvPr id="20" name="Picture 19">
            <a:extLst>
              <a:ext uri="{FF2B5EF4-FFF2-40B4-BE49-F238E27FC236}">
                <a16:creationId xmlns:a16="http://schemas.microsoft.com/office/drawing/2014/main" id="{90509E20-AB28-CBA6-05B4-2DDAC48EA552}"/>
              </a:ext>
            </a:extLst>
          </p:cNvPr>
          <p:cNvPicPr>
            <a:picLocks noChangeAspect="1"/>
          </p:cNvPicPr>
          <p:nvPr/>
        </p:nvPicPr>
        <p:blipFill>
          <a:blip r:embed="rId3"/>
          <a:stretch>
            <a:fillRect/>
          </a:stretch>
        </p:blipFill>
        <p:spPr>
          <a:xfrm>
            <a:off x="4953000" y="1879600"/>
            <a:ext cx="3810000" cy="2654300"/>
          </a:xfrm>
          <a:prstGeom prst="rect">
            <a:avLst/>
          </a:prstGeom>
        </p:spPr>
      </p:pic>
    </p:spTree>
    <p:extLst>
      <p:ext uri="{BB962C8B-B14F-4D97-AF65-F5344CB8AC3E}">
        <p14:creationId xmlns:p14="http://schemas.microsoft.com/office/powerpoint/2010/main" val="4002944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493776"/>
          </a:xfrm>
          <a:prstGeom prst="rect">
            <a:avLst/>
          </a:prstGeom>
          <a:noFill/>
        </p:spPr>
        <p:txBody>
          <a:bodyPr wrap="square">
            <a:spAutoFit/>
          </a:bodyPr>
          <a:lstStyle/>
          <a:p>
            <a:pPr algn="l"/>
            <a:r>
              <a:rPr sz="3200" b="1" i="0">
                <a:solidFill>
                  <a:srgbClr val="FFFFFF"/>
                </a:solidFill>
              </a:rPr>
              <a:t>Lead Time per Funnel Stage</a:t>
            </a: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06/09</a:t>
            </a:r>
          </a:p>
        </p:txBody>
      </p:sp>
      <p:sp>
        <p:nvSpPr>
          <p:cNvPr id="9" name="TextBox 8"/>
          <p:cNvSpPr txBox="1"/>
          <p:nvPr/>
        </p:nvSpPr>
        <p:spPr>
          <a:xfrm>
            <a:off x="457200" y="1417320"/>
            <a:ext cx="5486400" cy="256032"/>
          </a:xfrm>
          <a:prstGeom prst="rect">
            <a:avLst/>
          </a:prstGeom>
          <a:noFill/>
        </p:spPr>
        <p:txBody>
          <a:bodyPr wrap="square">
            <a:spAutoFit/>
          </a:bodyPr>
          <a:lstStyle/>
          <a:p>
            <a:pPr algn="l"/>
            <a:r>
              <a:rPr sz="1400" b="1" i="0">
                <a:solidFill>
                  <a:srgbClr val="6B7C8C"/>
                </a:solidFill>
              </a:rPr>
              <a:t>AVERAGE LEAD TIME BETWEEN STAGES (DAYS)</a:t>
            </a:r>
          </a:p>
        </p:txBody>
      </p:sp>
      <p:graphicFrame>
        <p:nvGraphicFramePr>
          <p:cNvPr id="10" name="Chart 9"/>
          <p:cNvGraphicFramePr>
            <a:graphicFrameLocks noGrp="1"/>
          </p:cNvGraphicFramePr>
          <p:nvPr/>
        </p:nvGraphicFramePr>
        <p:xfrm>
          <a:off x="457200" y="1689100"/>
          <a:ext cx="8229600" cy="1778000"/>
        </p:xfrm>
        <a:graphic>
          <a:graphicData uri="http://schemas.openxmlformats.org/drawingml/2006/chart">
            <c:chart xmlns:c="http://schemas.openxmlformats.org/drawingml/2006/chart" xmlns:r="http://schemas.openxmlformats.org/officeDocument/2006/relationships" r:id="rId2"/>
          </a:graphicData>
        </a:graphic>
      </p:graphicFrame>
      <p:sp>
        <p:nvSpPr>
          <p:cNvPr id="43" name="TextBox 42"/>
          <p:cNvSpPr txBox="1"/>
          <p:nvPr/>
        </p:nvSpPr>
        <p:spPr>
          <a:xfrm>
            <a:off x="457200" y="5105400"/>
            <a:ext cx="8229600" cy="1117600"/>
          </a:xfrm>
          <a:prstGeom prst="rect">
            <a:avLst/>
          </a:prstGeom>
          <a:noFill/>
        </p:spPr>
        <p:txBody>
          <a:bodyPr wrap="square">
            <a:noAutofit/>
          </a:bodyPr>
          <a:lstStyle/>
          <a:p>
            <a:pPr algn="l"/>
            <a:r>
              <a:rPr sz="1400" b="1" i="1" dirty="0"/>
              <a:t>Reading the table: </a:t>
            </a:r>
            <a:r>
              <a:rPr sz="1400" b="0" i="1" dirty="0"/>
              <a:t>every step averages more than 14 days — 64.9 to Cart, 44.3 to Checkout, 16.3 to Purchase. This is not a shopping session but a months-long process (the last step rests on only 3 cases).</a:t>
            </a:r>
          </a:p>
          <a:p>
            <a:pPr algn="l">
              <a:spcBef>
                <a:spcPts val="300"/>
              </a:spcBef>
            </a:pPr>
            <a:r>
              <a:rPr sz="1400" b="1" i="1" dirty="0"/>
              <a:t>Recommendation: </a:t>
            </a:r>
            <a:r>
              <a:rPr sz="1400" b="0" i="1" dirty="0"/>
              <a:t>(1) tooling — an ERP or simple internal app so stock, price and order status update in real time; (2) pull customers forward with push notifications at the browse and cart moments plus targeted social campaigns; (3) shorten the flow — cart straight to payment (one-tap buy), no separate checkout step.</a:t>
            </a:r>
          </a:p>
        </p:txBody>
      </p:sp>
      <p:graphicFrame>
        <p:nvGraphicFramePr>
          <p:cNvPr id="45" name="Table 44">
            <a:extLst>
              <a:ext uri="{FF2B5EF4-FFF2-40B4-BE49-F238E27FC236}">
                <a16:creationId xmlns:a16="http://schemas.microsoft.com/office/drawing/2014/main" id="{2CD3995F-5AE0-424A-820D-820289B785EF}"/>
              </a:ext>
            </a:extLst>
          </p:cNvPr>
          <p:cNvGraphicFramePr>
            <a:graphicFrameLocks noGrp="1"/>
          </p:cNvGraphicFramePr>
          <p:nvPr/>
        </p:nvGraphicFramePr>
        <p:xfrm>
          <a:off x="457200" y="3606800"/>
          <a:ext cx="8229600" cy="1473200"/>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3674253989"/>
                    </a:ext>
                  </a:extLst>
                </a:gridCol>
                <a:gridCol w="1143000">
                  <a:extLst>
                    <a:ext uri="{9D8B030D-6E8A-4147-A177-3AD203B41FA5}">
                      <a16:colId xmlns:a16="http://schemas.microsoft.com/office/drawing/2014/main" val="497454718"/>
                    </a:ext>
                  </a:extLst>
                </a:gridCol>
                <a:gridCol w="1397000">
                  <a:extLst>
                    <a:ext uri="{9D8B030D-6E8A-4147-A177-3AD203B41FA5}">
                      <a16:colId xmlns:a16="http://schemas.microsoft.com/office/drawing/2014/main" val="1267521691"/>
                    </a:ext>
                  </a:extLst>
                </a:gridCol>
                <a:gridCol w="1397000">
                  <a:extLst>
                    <a:ext uri="{9D8B030D-6E8A-4147-A177-3AD203B41FA5}">
                      <a16:colId xmlns:a16="http://schemas.microsoft.com/office/drawing/2014/main" val="916871298"/>
                    </a:ext>
                  </a:extLst>
                </a:gridCol>
                <a:gridCol w="1397000">
                  <a:extLst>
                    <a:ext uri="{9D8B030D-6E8A-4147-A177-3AD203B41FA5}">
                      <a16:colId xmlns:a16="http://schemas.microsoft.com/office/drawing/2014/main" val="4239467740"/>
                    </a:ext>
                  </a:extLst>
                </a:gridCol>
              </a:tblGrid>
              <a:tr h="368300">
                <a:tc>
                  <a:txBody>
                    <a:bodyPr/>
                    <a:lstStyle/>
                    <a:p>
                      <a:pPr algn="l"/>
                      <a:r>
                        <a:rPr lang="en-ID" sz="1300" b="1">
                          <a:solidFill>
                            <a:srgbClr val="FFFFFF"/>
                          </a:solidFill>
                        </a:rPr>
                        <a:t>Funnel step</a:t>
                      </a:r>
                    </a:p>
                  </a:txBody>
                  <a:tcPr anchor="ctr">
                    <a:solidFill>
                      <a:srgbClr val="14324B"/>
                    </a:solidFill>
                  </a:tcPr>
                </a:tc>
                <a:tc>
                  <a:txBody>
                    <a:bodyPr/>
                    <a:lstStyle/>
                    <a:p>
                      <a:pPr algn="r"/>
                      <a:r>
                        <a:rPr lang="en-ID" sz="1300" b="1">
                          <a:solidFill>
                            <a:srgbClr val="FFFFFF"/>
                          </a:solidFill>
                        </a:rPr>
                        <a:t>Users (n)</a:t>
                      </a:r>
                    </a:p>
                  </a:txBody>
                  <a:tcPr anchor="ctr">
                    <a:solidFill>
                      <a:srgbClr val="14324B"/>
                    </a:solidFill>
                  </a:tcPr>
                </a:tc>
                <a:tc>
                  <a:txBody>
                    <a:bodyPr/>
                    <a:lstStyle/>
                    <a:p>
                      <a:pPr algn="r"/>
                      <a:r>
                        <a:rPr lang="en-ID" sz="1300" b="1">
                          <a:solidFill>
                            <a:srgbClr val="FFFFFF"/>
                          </a:solidFill>
                        </a:rPr>
                        <a:t>Mean (h)</a:t>
                      </a:r>
                    </a:p>
                  </a:txBody>
                  <a:tcPr anchor="ctr">
                    <a:solidFill>
                      <a:srgbClr val="14324B"/>
                    </a:solidFill>
                  </a:tcPr>
                </a:tc>
                <a:tc>
                  <a:txBody>
                    <a:bodyPr/>
                    <a:lstStyle/>
                    <a:p>
                      <a:pPr algn="r"/>
                      <a:r>
                        <a:rPr lang="en-ID" sz="1300" b="1">
                          <a:solidFill>
                            <a:srgbClr val="FFFFFF"/>
                          </a:solidFill>
                        </a:rPr>
                        <a:t>Median (h)</a:t>
                      </a:r>
                    </a:p>
                  </a:txBody>
                  <a:tcPr anchor="ctr">
                    <a:solidFill>
                      <a:srgbClr val="14324B"/>
                    </a:solidFill>
                  </a:tcPr>
                </a:tc>
                <a:tc>
                  <a:txBody>
                    <a:bodyPr/>
                    <a:lstStyle/>
                    <a:p>
                      <a:pPr algn="r"/>
                      <a:r>
                        <a:rPr lang="en-ID" sz="1300" b="1">
                          <a:solidFill>
                            <a:srgbClr val="FFFFFF"/>
                          </a:solidFill>
                        </a:rPr>
                        <a:t>Mean (days)</a:t>
                      </a:r>
                    </a:p>
                  </a:txBody>
                  <a:tcPr anchor="ctr">
                    <a:solidFill>
                      <a:srgbClr val="14324B"/>
                    </a:solidFill>
                  </a:tcPr>
                </a:tc>
                <a:extLst>
                  <a:ext uri="{0D108BD9-81ED-4DB2-BD59-A6C34878D82A}">
                    <a16:rowId xmlns:a16="http://schemas.microsoft.com/office/drawing/2014/main" val="2410185725"/>
                  </a:ext>
                </a:extLst>
              </a:tr>
              <a:tr h="368300">
                <a:tc>
                  <a:txBody>
                    <a:bodyPr/>
                    <a:lstStyle/>
                    <a:p>
                      <a:pPr algn="l"/>
                      <a:r>
                        <a:rPr lang="en-ID" sz="1300" b="1">
                          <a:solidFill>
                            <a:srgbClr val="2C3945"/>
                          </a:solidFill>
                        </a:rPr>
                        <a:t>1. Browse → Add to Cart</a:t>
                      </a:r>
                    </a:p>
                  </a:txBody>
                  <a:tcPr anchor="ctr">
                    <a:solidFill>
                      <a:srgbClr val="FFFFFF"/>
                    </a:solidFill>
                  </a:tcPr>
                </a:tc>
                <a:tc>
                  <a:txBody>
                    <a:bodyPr/>
                    <a:lstStyle/>
                    <a:p>
                      <a:pPr algn="r"/>
                      <a:r>
                        <a:rPr lang="en-ID" sz="1300" b="0">
                          <a:solidFill>
                            <a:srgbClr val="2C3945"/>
                          </a:solidFill>
                        </a:rPr>
                        <a:t>539</a:t>
                      </a:r>
                    </a:p>
                  </a:txBody>
                  <a:tcPr anchor="ctr">
                    <a:solidFill>
                      <a:srgbClr val="FFFFFF"/>
                    </a:solidFill>
                  </a:tcPr>
                </a:tc>
                <a:tc>
                  <a:txBody>
                    <a:bodyPr/>
                    <a:lstStyle/>
                    <a:p>
                      <a:pPr algn="r"/>
                      <a:r>
                        <a:rPr lang="en-ID" sz="1300" b="0">
                          <a:solidFill>
                            <a:srgbClr val="2C3945"/>
                          </a:solidFill>
                        </a:rPr>
                        <a:t>1,558.1</a:t>
                      </a:r>
                    </a:p>
                  </a:txBody>
                  <a:tcPr anchor="ctr">
                    <a:solidFill>
                      <a:srgbClr val="FFFFFF"/>
                    </a:solidFill>
                  </a:tcPr>
                </a:tc>
                <a:tc>
                  <a:txBody>
                    <a:bodyPr/>
                    <a:lstStyle/>
                    <a:p>
                      <a:pPr algn="r"/>
                      <a:r>
                        <a:rPr lang="en-ID" sz="1300" b="0">
                          <a:solidFill>
                            <a:srgbClr val="2C3945"/>
                          </a:solidFill>
                        </a:rPr>
                        <a:t>1,418.6</a:t>
                      </a:r>
                    </a:p>
                  </a:txBody>
                  <a:tcPr anchor="ctr">
                    <a:solidFill>
                      <a:srgbClr val="FFFFFF"/>
                    </a:solidFill>
                  </a:tcPr>
                </a:tc>
                <a:tc>
                  <a:txBody>
                    <a:bodyPr/>
                    <a:lstStyle/>
                    <a:p>
                      <a:pPr algn="r"/>
                      <a:r>
                        <a:rPr lang="en-ID" sz="1300" b="0">
                          <a:solidFill>
                            <a:srgbClr val="2C3945"/>
                          </a:solidFill>
                        </a:rPr>
                        <a:t>64.9</a:t>
                      </a:r>
                    </a:p>
                  </a:txBody>
                  <a:tcPr anchor="ctr">
                    <a:solidFill>
                      <a:srgbClr val="FFFFFF"/>
                    </a:solidFill>
                  </a:tcPr>
                </a:tc>
                <a:extLst>
                  <a:ext uri="{0D108BD9-81ED-4DB2-BD59-A6C34878D82A}">
                    <a16:rowId xmlns:a16="http://schemas.microsoft.com/office/drawing/2014/main" val="3171150703"/>
                  </a:ext>
                </a:extLst>
              </a:tr>
              <a:tr h="368300">
                <a:tc>
                  <a:txBody>
                    <a:bodyPr/>
                    <a:lstStyle/>
                    <a:p>
                      <a:pPr algn="l"/>
                      <a:r>
                        <a:rPr lang="en-ID" sz="1300" b="1">
                          <a:solidFill>
                            <a:srgbClr val="2C3945"/>
                          </a:solidFill>
                        </a:rPr>
                        <a:t>2. Add to Cart → Checkout</a:t>
                      </a:r>
                    </a:p>
                  </a:txBody>
                  <a:tcPr anchor="ctr">
                    <a:solidFill>
                      <a:srgbClr val="F4F6F8"/>
                    </a:solidFill>
                  </a:tcPr>
                </a:tc>
                <a:tc>
                  <a:txBody>
                    <a:bodyPr/>
                    <a:lstStyle/>
                    <a:p>
                      <a:pPr algn="r"/>
                      <a:r>
                        <a:rPr lang="en-ID" sz="1300" b="0">
                          <a:solidFill>
                            <a:srgbClr val="2C3945"/>
                          </a:solidFill>
                        </a:rPr>
                        <a:t>51</a:t>
                      </a:r>
                    </a:p>
                  </a:txBody>
                  <a:tcPr anchor="ctr">
                    <a:solidFill>
                      <a:srgbClr val="F4F6F8"/>
                    </a:solidFill>
                  </a:tcPr>
                </a:tc>
                <a:tc>
                  <a:txBody>
                    <a:bodyPr/>
                    <a:lstStyle/>
                    <a:p>
                      <a:pPr algn="r"/>
                      <a:r>
                        <a:rPr lang="en-ID" sz="1300" b="0">
                          <a:solidFill>
                            <a:srgbClr val="2C3945"/>
                          </a:solidFill>
                        </a:rPr>
                        <a:t>1,062.5</a:t>
                      </a:r>
                    </a:p>
                  </a:txBody>
                  <a:tcPr anchor="ctr">
                    <a:solidFill>
                      <a:srgbClr val="F4F6F8"/>
                    </a:solidFill>
                  </a:tcPr>
                </a:tc>
                <a:tc>
                  <a:txBody>
                    <a:bodyPr/>
                    <a:lstStyle/>
                    <a:p>
                      <a:pPr algn="r"/>
                      <a:r>
                        <a:rPr lang="en-ID" sz="1300" b="0">
                          <a:solidFill>
                            <a:srgbClr val="2C3945"/>
                          </a:solidFill>
                        </a:rPr>
                        <a:t>1,063.4</a:t>
                      </a:r>
                    </a:p>
                  </a:txBody>
                  <a:tcPr anchor="ctr">
                    <a:solidFill>
                      <a:srgbClr val="F4F6F8"/>
                    </a:solidFill>
                  </a:tcPr>
                </a:tc>
                <a:tc>
                  <a:txBody>
                    <a:bodyPr/>
                    <a:lstStyle/>
                    <a:p>
                      <a:pPr algn="r"/>
                      <a:r>
                        <a:rPr lang="en-ID" sz="1300" b="0">
                          <a:solidFill>
                            <a:srgbClr val="2C3945"/>
                          </a:solidFill>
                        </a:rPr>
                        <a:t>44.3</a:t>
                      </a:r>
                    </a:p>
                  </a:txBody>
                  <a:tcPr anchor="ctr">
                    <a:solidFill>
                      <a:srgbClr val="F4F6F8"/>
                    </a:solidFill>
                  </a:tcPr>
                </a:tc>
                <a:extLst>
                  <a:ext uri="{0D108BD9-81ED-4DB2-BD59-A6C34878D82A}">
                    <a16:rowId xmlns:a16="http://schemas.microsoft.com/office/drawing/2014/main" val="674319790"/>
                  </a:ext>
                </a:extLst>
              </a:tr>
              <a:tr h="368300">
                <a:tc>
                  <a:txBody>
                    <a:bodyPr/>
                    <a:lstStyle/>
                    <a:p>
                      <a:pPr algn="l"/>
                      <a:r>
                        <a:rPr lang="en-ID" sz="1300" b="1">
                          <a:solidFill>
                            <a:srgbClr val="2C3945"/>
                          </a:solidFill>
                        </a:rPr>
                        <a:t>3. Checkout → Purchase</a:t>
                      </a:r>
                    </a:p>
                  </a:txBody>
                  <a:tcPr anchor="ctr">
                    <a:solidFill>
                      <a:srgbClr val="FFFFFF"/>
                    </a:solidFill>
                  </a:tcPr>
                </a:tc>
                <a:tc>
                  <a:txBody>
                    <a:bodyPr/>
                    <a:lstStyle/>
                    <a:p>
                      <a:pPr algn="r"/>
                      <a:r>
                        <a:rPr lang="en-ID" sz="1300" b="0">
                          <a:solidFill>
                            <a:srgbClr val="2C3945"/>
                          </a:solidFill>
                        </a:rPr>
                        <a:t>3</a:t>
                      </a:r>
                    </a:p>
                  </a:txBody>
                  <a:tcPr anchor="ctr">
                    <a:solidFill>
                      <a:srgbClr val="FFFFFF"/>
                    </a:solidFill>
                  </a:tcPr>
                </a:tc>
                <a:tc>
                  <a:txBody>
                    <a:bodyPr/>
                    <a:lstStyle/>
                    <a:p>
                      <a:pPr algn="r"/>
                      <a:r>
                        <a:rPr lang="en-ID" sz="1300" b="0">
                          <a:solidFill>
                            <a:srgbClr val="2C3945"/>
                          </a:solidFill>
                        </a:rPr>
                        <a:t>391.8</a:t>
                      </a:r>
                    </a:p>
                  </a:txBody>
                  <a:tcPr anchor="ctr">
                    <a:solidFill>
                      <a:srgbClr val="FFFFFF"/>
                    </a:solidFill>
                  </a:tcPr>
                </a:tc>
                <a:tc>
                  <a:txBody>
                    <a:bodyPr/>
                    <a:lstStyle/>
                    <a:p>
                      <a:pPr algn="r"/>
                      <a:r>
                        <a:rPr lang="en-ID" sz="1300" b="0">
                          <a:solidFill>
                            <a:srgbClr val="2C3945"/>
                          </a:solidFill>
                        </a:rPr>
                        <a:t>505.9</a:t>
                      </a:r>
                    </a:p>
                  </a:txBody>
                  <a:tcPr anchor="ctr">
                    <a:solidFill>
                      <a:srgbClr val="FFFFFF"/>
                    </a:solidFill>
                  </a:tcPr>
                </a:tc>
                <a:tc>
                  <a:txBody>
                    <a:bodyPr/>
                    <a:lstStyle/>
                    <a:p>
                      <a:pPr algn="r"/>
                      <a:r>
                        <a:rPr lang="en-ID" sz="1300" b="0">
                          <a:solidFill>
                            <a:srgbClr val="2C3945"/>
                          </a:solidFill>
                        </a:rPr>
                        <a:t>16.3</a:t>
                      </a:r>
                    </a:p>
                  </a:txBody>
                  <a:tcPr anchor="ctr">
                    <a:solidFill>
                      <a:srgbClr val="FFFFFF"/>
                    </a:solidFill>
                  </a:tcPr>
                </a:tc>
                <a:extLst>
                  <a:ext uri="{0D108BD9-81ED-4DB2-BD59-A6C34878D82A}">
                    <a16:rowId xmlns:a16="http://schemas.microsoft.com/office/drawing/2014/main" val="143182459"/>
                  </a:ext>
                </a:extLst>
              </a:tr>
            </a:tbl>
          </a:graphicData>
        </a:graphic>
      </p:graphicFrame>
    </p:spTree>
    <p:extLst>
      <p:ext uri="{BB962C8B-B14F-4D97-AF65-F5344CB8AC3E}">
        <p14:creationId xmlns:p14="http://schemas.microsoft.com/office/powerpoint/2010/main" val="2069455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584775"/>
          </a:xfrm>
          <a:prstGeom prst="rect">
            <a:avLst/>
          </a:prstGeom>
          <a:noFill/>
        </p:spPr>
        <p:txBody>
          <a:bodyPr wrap="square">
            <a:spAutoFit/>
          </a:bodyPr>
          <a:lstStyle/>
          <a:p>
            <a:pPr algn="l"/>
            <a:r>
              <a:rPr lang="en-US" sz="3200" b="1" i="0" dirty="0">
                <a:solidFill>
                  <a:srgbClr val="FFFFFF"/>
                </a:solidFill>
              </a:rPr>
              <a:t>Purchase Timing</a:t>
            </a: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07/09</a:t>
            </a:r>
          </a:p>
        </p:txBody>
      </p:sp>
      <p:sp>
        <p:nvSpPr>
          <p:cNvPr id="46" name="TextBox 45"/>
          <p:cNvSpPr txBox="1"/>
          <p:nvPr/>
        </p:nvSpPr>
        <p:spPr>
          <a:xfrm>
            <a:off x="457200" y="1574800"/>
            <a:ext cx="3810000" cy="254000"/>
          </a:xfrm>
          <a:prstGeom prst="rect">
            <a:avLst/>
          </a:prstGeom>
          <a:noFill/>
        </p:spPr>
        <p:txBody>
          <a:bodyPr wrap="square">
            <a:spAutoFit/>
          </a:bodyPr>
          <a:lstStyle/>
          <a:p>
            <a:pPr algn="l"/>
            <a:r>
              <a:rPr sz="1200" b="1" i="0" dirty="0">
                <a:solidFill>
                  <a:srgbClr val="6B7C8C"/>
                </a:solidFill>
              </a:rPr>
              <a:t>PURCHASES BY DAY OF WEEK</a:t>
            </a:r>
          </a:p>
        </p:txBody>
      </p:sp>
      <p:graphicFrame>
        <p:nvGraphicFramePr>
          <p:cNvPr id="47" name="Chart 46"/>
          <p:cNvGraphicFramePr>
            <a:graphicFrameLocks noGrp="1"/>
          </p:cNvGraphicFramePr>
          <p:nvPr/>
        </p:nvGraphicFramePr>
        <p:xfrm>
          <a:off x="457200" y="1879600"/>
          <a:ext cx="3810000" cy="2540000"/>
        </p:xfrm>
        <a:graphic>
          <a:graphicData uri="http://schemas.openxmlformats.org/drawingml/2006/chart">
            <c:chart xmlns:c="http://schemas.openxmlformats.org/drawingml/2006/chart" xmlns:r="http://schemas.openxmlformats.org/officeDocument/2006/relationships" r:id="rId2"/>
          </a:graphicData>
        </a:graphic>
      </p:graphicFrame>
      <p:sp>
        <p:nvSpPr>
          <p:cNvPr id="48" name="TextBox 47"/>
          <p:cNvSpPr txBox="1"/>
          <p:nvPr/>
        </p:nvSpPr>
        <p:spPr>
          <a:xfrm>
            <a:off x="457200" y="4673600"/>
            <a:ext cx="8229600" cy="1498600"/>
          </a:xfrm>
          <a:prstGeom prst="rect">
            <a:avLst/>
          </a:prstGeom>
          <a:noFill/>
        </p:spPr>
        <p:txBody>
          <a:bodyPr wrap="square">
            <a:noAutofit/>
          </a:bodyPr>
          <a:lstStyle/>
          <a:p>
            <a:pPr algn="l"/>
            <a:r>
              <a:rPr sz="1400" b="1" i="1" dirty="0"/>
              <a:t>Reading the charts: </a:t>
            </a:r>
            <a:r>
              <a:rPr sz="1400" b="0" i="1" dirty="0"/>
              <a:t>at group level demand builds towards the weekend — Friday peaks at 88 purchases and Thursday to Sunday carries about 55% of the week, with 06:00 the busiest hour. The country matrix shows that this single peak is an average, not a rule: VN puts 31.4% of its purchases on Friday and AU 27.3% on Wednesday, while US (21.5%) and SG (23.8%) sell most on Sunday and ID simply spreads across Wednesday to Friday.</a:t>
            </a:r>
          </a:p>
          <a:p>
            <a:pPr algn="l">
              <a:spcBef>
                <a:spcPts val="300"/>
              </a:spcBef>
            </a:pPr>
            <a:r>
              <a:rPr sz="1400" b="1" i="1" dirty="0"/>
              <a:t>Why it matters: </a:t>
            </a:r>
            <a:r>
              <a:rPr sz="1400" b="0" i="1" dirty="0"/>
              <a:t>a single global Friday push would reach US, SG and AU on their quietest days. The schedule on the next slide turns this matrix into a per-market promo calendar.</a:t>
            </a:r>
          </a:p>
        </p:txBody>
      </p:sp>
      <p:graphicFrame>
        <p:nvGraphicFramePr>
          <p:cNvPr id="10" name="Table 9">
            <a:extLst>
              <a:ext uri="{FF2B5EF4-FFF2-40B4-BE49-F238E27FC236}">
                <a16:creationId xmlns:a16="http://schemas.microsoft.com/office/drawing/2014/main" id="{B0F160B6-218D-49FA-ABF9-0EBE5674386B}"/>
              </a:ext>
            </a:extLst>
          </p:cNvPr>
          <p:cNvGraphicFramePr>
            <a:graphicFrameLocks noGrp="1"/>
          </p:cNvGraphicFramePr>
          <p:nvPr/>
        </p:nvGraphicFramePr>
        <p:xfrm>
          <a:off x="4470400" y="1879600"/>
          <a:ext cx="4203700" cy="2400300"/>
        </p:xfrm>
        <a:graphic>
          <a:graphicData uri="http://schemas.openxmlformats.org/drawingml/2006/table">
            <a:tbl>
              <a:tblPr/>
              <a:tblGrid>
                <a:gridCol w="558800">
                  <a:extLst>
                    <a:ext uri="{9D8B030D-6E8A-4147-A177-3AD203B41FA5}">
                      <a16:colId xmlns:a16="http://schemas.microsoft.com/office/drawing/2014/main" val="3650943728"/>
                    </a:ext>
                  </a:extLst>
                </a:gridCol>
                <a:gridCol w="520700">
                  <a:extLst>
                    <a:ext uri="{9D8B030D-6E8A-4147-A177-3AD203B41FA5}">
                      <a16:colId xmlns:a16="http://schemas.microsoft.com/office/drawing/2014/main" val="3447673040"/>
                    </a:ext>
                  </a:extLst>
                </a:gridCol>
                <a:gridCol w="520700">
                  <a:extLst>
                    <a:ext uri="{9D8B030D-6E8A-4147-A177-3AD203B41FA5}">
                      <a16:colId xmlns:a16="http://schemas.microsoft.com/office/drawing/2014/main" val="52333483"/>
                    </a:ext>
                  </a:extLst>
                </a:gridCol>
                <a:gridCol w="520700">
                  <a:extLst>
                    <a:ext uri="{9D8B030D-6E8A-4147-A177-3AD203B41FA5}">
                      <a16:colId xmlns:a16="http://schemas.microsoft.com/office/drawing/2014/main" val="1527851071"/>
                    </a:ext>
                  </a:extLst>
                </a:gridCol>
                <a:gridCol w="520700">
                  <a:extLst>
                    <a:ext uri="{9D8B030D-6E8A-4147-A177-3AD203B41FA5}">
                      <a16:colId xmlns:a16="http://schemas.microsoft.com/office/drawing/2014/main" val="53442273"/>
                    </a:ext>
                  </a:extLst>
                </a:gridCol>
                <a:gridCol w="520700">
                  <a:extLst>
                    <a:ext uri="{9D8B030D-6E8A-4147-A177-3AD203B41FA5}">
                      <a16:colId xmlns:a16="http://schemas.microsoft.com/office/drawing/2014/main" val="1123562173"/>
                    </a:ext>
                  </a:extLst>
                </a:gridCol>
                <a:gridCol w="520700">
                  <a:extLst>
                    <a:ext uri="{9D8B030D-6E8A-4147-A177-3AD203B41FA5}">
                      <a16:colId xmlns:a16="http://schemas.microsoft.com/office/drawing/2014/main" val="2493870195"/>
                    </a:ext>
                  </a:extLst>
                </a:gridCol>
                <a:gridCol w="520700">
                  <a:extLst>
                    <a:ext uri="{9D8B030D-6E8A-4147-A177-3AD203B41FA5}">
                      <a16:colId xmlns:a16="http://schemas.microsoft.com/office/drawing/2014/main" val="380343082"/>
                    </a:ext>
                  </a:extLst>
                </a:gridCol>
              </a:tblGrid>
              <a:tr h="266700">
                <a:tc>
                  <a:txBody>
                    <a:bodyPr/>
                    <a:lstStyle/>
                    <a:p>
                      <a:pPr algn="ctr"/>
                      <a:r>
                        <a:rPr lang="en-ID" sz="1000" b="1">
                          <a:solidFill>
                            <a:srgbClr val="FFFFFF"/>
                          </a:solidFill>
                        </a:rPr>
                        <a:t>%</a:t>
                      </a:r>
                    </a:p>
                  </a:txBody>
                  <a:tcPr marT="14111" marB="14111" anchor="ctr">
                    <a:lnL w="0"/>
                    <a:lnR w="0"/>
                    <a:lnT w="0"/>
                    <a:lnB w="0"/>
                    <a:lnTlToBr w="0"/>
                    <a:lnBlToTr w="0"/>
                    <a:solidFill>
                      <a:srgbClr val="14324B"/>
                    </a:solidFill>
                  </a:tcPr>
                </a:tc>
                <a:tc>
                  <a:txBody>
                    <a:bodyPr/>
                    <a:lstStyle/>
                    <a:p>
                      <a:pPr algn="ctr"/>
                      <a:r>
                        <a:rPr lang="en-ID" sz="1000" b="1">
                          <a:solidFill>
                            <a:srgbClr val="FFFFFF"/>
                          </a:solidFill>
                        </a:rPr>
                        <a:t>Mon</a:t>
                      </a:r>
                    </a:p>
                  </a:txBody>
                  <a:tcPr marT="14111" marB="14111" anchor="ctr">
                    <a:lnL w="0"/>
                    <a:lnR w="0"/>
                    <a:lnT w="0"/>
                    <a:lnB w="0"/>
                    <a:lnTlToBr w="0"/>
                    <a:lnBlToTr w="0"/>
                    <a:solidFill>
                      <a:srgbClr val="14324B"/>
                    </a:solidFill>
                  </a:tcPr>
                </a:tc>
                <a:tc>
                  <a:txBody>
                    <a:bodyPr/>
                    <a:lstStyle/>
                    <a:p>
                      <a:pPr algn="ctr"/>
                      <a:r>
                        <a:rPr lang="en-ID" sz="1000" b="1">
                          <a:solidFill>
                            <a:srgbClr val="FFFFFF"/>
                          </a:solidFill>
                        </a:rPr>
                        <a:t>Tue</a:t>
                      </a:r>
                    </a:p>
                  </a:txBody>
                  <a:tcPr marT="14111" marB="14111" anchor="ctr">
                    <a:lnL w="0"/>
                    <a:lnR w="0"/>
                    <a:lnT w="0"/>
                    <a:lnB w="0"/>
                    <a:lnTlToBr w="0"/>
                    <a:lnBlToTr w="0"/>
                    <a:solidFill>
                      <a:srgbClr val="14324B"/>
                    </a:solidFill>
                  </a:tcPr>
                </a:tc>
                <a:tc>
                  <a:txBody>
                    <a:bodyPr/>
                    <a:lstStyle/>
                    <a:p>
                      <a:pPr algn="ctr"/>
                      <a:r>
                        <a:rPr lang="en-ID" sz="1000" b="1">
                          <a:solidFill>
                            <a:srgbClr val="FFFFFF"/>
                          </a:solidFill>
                        </a:rPr>
                        <a:t>Wed</a:t>
                      </a:r>
                    </a:p>
                  </a:txBody>
                  <a:tcPr marT="14111" marB="14111" anchor="ctr">
                    <a:lnL w="0"/>
                    <a:lnR w="0"/>
                    <a:lnT w="0"/>
                    <a:lnB w="0"/>
                    <a:lnTlToBr w="0"/>
                    <a:lnBlToTr w="0"/>
                    <a:solidFill>
                      <a:srgbClr val="14324B"/>
                    </a:solidFill>
                  </a:tcPr>
                </a:tc>
                <a:tc>
                  <a:txBody>
                    <a:bodyPr/>
                    <a:lstStyle/>
                    <a:p>
                      <a:pPr algn="ctr"/>
                      <a:r>
                        <a:rPr lang="en-ID" sz="1000" b="1">
                          <a:solidFill>
                            <a:srgbClr val="FFFFFF"/>
                          </a:solidFill>
                        </a:rPr>
                        <a:t>Thu</a:t>
                      </a:r>
                    </a:p>
                  </a:txBody>
                  <a:tcPr marT="14111" marB="14111" anchor="ctr">
                    <a:lnL w="0"/>
                    <a:lnR w="0"/>
                    <a:lnT w="0"/>
                    <a:lnB w="0"/>
                    <a:lnTlToBr w="0"/>
                    <a:lnBlToTr w="0"/>
                    <a:solidFill>
                      <a:srgbClr val="14324B"/>
                    </a:solidFill>
                  </a:tcPr>
                </a:tc>
                <a:tc>
                  <a:txBody>
                    <a:bodyPr/>
                    <a:lstStyle/>
                    <a:p>
                      <a:pPr algn="ctr"/>
                      <a:r>
                        <a:rPr lang="en-ID" sz="1000" b="1">
                          <a:solidFill>
                            <a:srgbClr val="FFFFFF"/>
                          </a:solidFill>
                        </a:rPr>
                        <a:t>Fri</a:t>
                      </a:r>
                    </a:p>
                  </a:txBody>
                  <a:tcPr marT="14111" marB="14111" anchor="ctr">
                    <a:lnL w="0"/>
                    <a:lnR w="0"/>
                    <a:lnT w="0"/>
                    <a:lnB w="0"/>
                    <a:lnTlToBr w="0"/>
                    <a:lnBlToTr w="0"/>
                    <a:solidFill>
                      <a:srgbClr val="14324B"/>
                    </a:solidFill>
                  </a:tcPr>
                </a:tc>
                <a:tc>
                  <a:txBody>
                    <a:bodyPr/>
                    <a:lstStyle/>
                    <a:p>
                      <a:pPr algn="ctr"/>
                      <a:r>
                        <a:rPr lang="en-ID" sz="1000" b="1">
                          <a:solidFill>
                            <a:srgbClr val="FFFFFF"/>
                          </a:solidFill>
                        </a:rPr>
                        <a:t>Sat</a:t>
                      </a:r>
                    </a:p>
                  </a:txBody>
                  <a:tcPr marT="14111" marB="14111" anchor="ctr">
                    <a:lnL w="0"/>
                    <a:lnR w="0"/>
                    <a:lnT w="0"/>
                    <a:lnB w="0"/>
                    <a:lnTlToBr w="0"/>
                    <a:lnBlToTr w="0"/>
                    <a:solidFill>
                      <a:srgbClr val="14324B"/>
                    </a:solidFill>
                  </a:tcPr>
                </a:tc>
                <a:tc>
                  <a:txBody>
                    <a:bodyPr/>
                    <a:lstStyle/>
                    <a:p>
                      <a:pPr algn="ctr"/>
                      <a:r>
                        <a:rPr lang="en-ID" sz="1000" b="1">
                          <a:solidFill>
                            <a:srgbClr val="FFFFFF"/>
                          </a:solidFill>
                        </a:rPr>
                        <a:t>Sun</a:t>
                      </a:r>
                    </a:p>
                  </a:txBody>
                  <a:tcPr marT="14111" marB="14111" anchor="ctr">
                    <a:lnL w="0"/>
                    <a:lnR w="0"/>
                    <a:lnT w="0"/>
                    <a:lnB w="0"/>
                    <a:lnTlToBr w="0"/>
                    <a:lnBlToTr w="0"/>
                    <a:solidFill>
                      <a:srgbClr val="14324B"/>
                    </a:solidFill>
                  </a:tcPr>
                </a:tc>
                <a:extLst>
                  <a:ext uri="{0D108BD9-81ED-4DB2-BD59-A6C34878D82A}">
                    <a16:rowId xmlns:a16="http://schemas.microsoft.com/office/drawing/2014/main" val="1018972516"/>
                  </a:ext>
                </a:extLst>
              </a:tr>
              <a:tr h="266700">
                <a:tc>
                  <a:txBody>
                    <a:bodyPr/>
                    <a:lstStyle/>
                    <a:p>
                      <a:pPr algn="l"/>
                      <a:r>
                        <a:rPr lang="en-ID" sz="1000" b="1">
                          <a:solidFill>
                            <a:srgbClr val="2C3945"/>
                          </a:solidFill>
                        </a:rPr>
                        <a:t>ID</a:t>
                      </a:r>
                    </a:p>
                  </a:txBody>
                  <a:tcPr marT="14111" marB="14111" anchor="ctr">
                    <a:lnL w="0"/>
                    <a:lnR w="0"/>
                    <a:lnT w="0"/>
                    <a:lnB w="0"/>
                    <a:lnTlToBr w="0"/>
                    <a:lnBlToTr w="0"/>
                    <a:solidFill>
                      <a:srgbClr val="F4F6F8"/>
                    </a:solidFill>
                  </a:tcPr>
                </a:tc>
                <a:tc>
                  <a:txBody>
                    <a:bodyPr/>
                    <a:lstStyle/>
                    <a:p>
                      <a:pPr algn="ctr"/>
                      <a:r>
                        <a:rPr lang="en-ID" sz="1000" b="0">
                          <a:solidFill>
                            <a:srgbClr val="2C3945"/>
                          </a:solidFill>
                        </a:rPr>
                        <a:t>11.2</a:t>
                      </a:r>
                    </a:p>
                  </a:txBody>
                  <a:tcPr marT="14111" marB="14111" anchor="ctr">
                    <a:lnL w="0"/>
                    <a:lnR w="0"/>
                    <a:lnT w="0"/>
                    <a:lnB w="0"/>
                    <a:lnTlToBr w="0"/>
                    <a:lnBlToTr w="0"/>
                    <a:solidFill>
                      <a:srgbClr val="B3C0CC"/>
                    </a:solidFill>
                  </a:tcPr>
                </a:tc>
                <a:tc>
                  <a:txBody>
                    <a:bodyPr/>
                    <a:lstStyle/>
                    <a:p>
                      <a:pPr algn="ctr"/>
                      <a:r>
                        <a:rPr lang="en-ID" sz="1000" b="0">
                          <a:solidFill>
                            <a:srgbClr val="2C3945"/>
                          </a:solidFill>
                        </a:rPr>
                        <a:t>10.4</a:t>
                      </a:r>
                    </a:p>
                  </a:txBody>
                  <a:tcPr marT="14111" marB="14111" anchor="ctr">
                    <a:lnL w="0"/>
                    <a:lnR w="0"/>
                    <a:lnT w="0"/>
                    <a:lnB w="0"/>
                    <a:lnTlToBr w="0"/>
                    <a:lnBlToTr w="0"/>
                    <a:solidFill>
                      <a:srgbClr val="B9C5D0"/>
                    </a:solidFill>
                  </a:tcPr>
                </a:tc>
                <a:tc>
                  <a:txBody>
                    <a:bodyPr/>
                    <a:lstStyle/>
                    <a:p>
                      <a:pPr algn="ctr"/>
                      <a:r>
                        <a:rPr lang="en-ID" sz="1000" b="0">
                          <a:solidFill>
                            <a:srgbClr val="2C3945"/>
                          </a:solidFill>
                        </a:rPr>
                        <a:t>17.2</a:t>
                      </a:r>
                    </a:p>
                  </a:txBody>
                  <a:tcPr marT="14111" marB="14111" anchor="ctr">
                    <a:lnL w="0"/>
                    <a:lnR w="0"/>
                    <a:lnT w="0"/>
                    <a:lnB w="0"/>
                    <a:lnTlToBr w="0"/>
                    <a:lnBlToTr w="0"/>
                    <a:solidFill>
                      <a:srgbClr val="8597A6"/>
                    </a:solidFill>
                  </a:tcPr>
                </a:tc>
                <a:tc>
                  <a:txBody>
                    <a:bodyPr/>
                    <a:lstStyle/>
                    <a:p>
                      <a:pPr algn="ctr"/>
                      <a:r>
                        <a:rPr lang="en-ID" sz="1000" b="0">
                          <a:solidFill>
                            <a:srgbClr val="2C3945"/>
                          </a:solidFill>
                        </a:rPr>
                        <a:t>16.7</a:t>
                      </a:r>
                    </a:p>
                  </a:txBody>
                  <a:tcPr marT="14111" marB="14111" anchor="ctr">
                    <a:lnL w="0"/>
                    <a:lnR w="0"/>
                    <a:lnT w="0"/>
                    <a:lnB w="0"/>
                    <a:lnTlToBr w="0"/>
                    <a:lnBlToTr w="0"/>
                    <a:solidFill>
                      <a:srgbClr val="899AAA"/>
                    </a:solidFill>
                  </a:tcPr>
                </a:tc>
                <a:tc>
                  <a:txBody>
                    <a:bodyPr/>
                    <a:lstStyle/>
                    <a:p>
                      <a:pPr algn="ctr"/>
                      <a:r>
                        <a:rPr lang="en-ID" sz="1000" b="0">
                          <a:solidFill>
                            <a:srgbClr val="2C3945"/>
                          </a:solidFill>
                        </a:rPr>
                        <a:t>16.4</a:t>
                      </a:r>
                    </a:p>
                  </a:txBody>
                  <a:tcPr marT="14111" marB="14111" anchor="ctr">
                    <a:lnL w="0"/>
                    <a:lnR w="0"/>
                    <a:lnT w="0"/>
                    <a:lnB w="0"/>
                    <a:lnTlToBr w="0"/>
                    <a:lnBlToTr w="0"/>
                    <a:solidFill>
                      <a:srgbClr val="8B9CAB"/>
                    </a:solidFill>
                  </a:tcPr>
                </a:tc>
                <a:tc>
                  <a:txBody>
                    <a:bodyPr/>
                    <a:lstStyle/>
                    <a:p>
                      <a:pPr algn="ctr"/>
                      <a:r>
                        <a:rPr lang="en-ID" sz="1000" b="0">
                          <a:solidFill>
                            <a:srgbClr val="2C3945"/>
                          </a:solidFill>
                        </a:rPr>
                        <a:t>12.7</a:t>
                      </a:r>
                    </a:p>
                  </a:txBody>
                  <a:tcPr marT="14111" marB="14111" anchor="ctr">
                    <a:lnL w="0"/>
                    <a:lnR w="0"/>
                    <a:lnT w="0"/>
                    <a:lnB w="0"/>
                    <a:lnTlToBr w="0"/>
                    <a:lnBlToTr w="0"/>
                    <a:solidFill>
                      <a:srgbClr val="A8B6C2"/>
                    </a:solidFill>
                  </a:tcPr>
                </a:tc>
                <a:tc>
                  <a:txBody>
                    <a:bodyPr/>
                    <a:lstStyle/>
                    <a:p>
                      <a:pPr algn="ctr"/>
                      <a:r>
                        <a:rPr lang="en-ID" sz="1000" b="0">
                          <a:solidFill>
                            <a:srgbClr val="2C3945"/>
                          </a:solidFill>
                        </a:rPr>
                        <a:t>13.4</a:t>
                      </a:r>
                    </a:p>
                  </a:txBody>
                  <a:tcPr marT="14111" marB="14111" anchor="ctr">
                    <a:lnL w="0"/>
                    <a:lnR w="0"/>
                    <a:lnT w="0"/>
                    <a:lnB w="0"/>
                    <a:lnTlToBr w="0"/>
                    <a:lnBlToTr w="0"/>
                    <a:solidFill>
                      <a:srgbClr val="A2B1BE"/>
                    </a:solidFill>
                  </a:tcPr>
                </a:tc>
                <a:extLst>
                  <a:ext uri="{0D108BD9-81ED-4DB2-BD59-A6C34878D82A}">
                    <a16:rowId xmlns:a16="http://schemas.microsoft.com/office/drawing/2014/main" val="379316665"/>
                  </a:ext>
                </a:extLst>
              </a:tr>
              <a:tr h="266700">
                <a:tc>
                  <a:txBody>
                    <a:bodyPr/>
                    <a:lstStyle/>
                    <a:p>
                      <a:pPr algn="l"/>
                      <a:r>
                        <a:rPr lang="en-ID" sz="1000" b="1">
                          <a:solidFill>
                            <a:srgbClr val="2C3945"/>
                          </a:solidFill>
                        </a:rPr>
                        <a:t>US</a:t>
                      </a:r>
                    </a:p>
                  </a:txBody>
                  <a:tcPr marT="14111" marB="14111" anchor="ctr">
                    <a:lnL w="0"/>
                    <a:lnR w="0"/>
                    <a:lnT w="0"/>
                    <a:lnB w="0"/>
                    <a:lnTlToBr w="0"/>
                    <a:lnBlToTr w="0"/>
                    <a:solidFill>
                      <a:srgbClr val="F4F6F8"/>
                    </a:solidFill>
                  </a:tcPr>
                </a:tc>
                <a:tc>
                  <a:txBody>
                    <a:bodyPr/>
                    <a:lstStyle/>
                    <a:p>
                      <a:pPr algn="ctr"/>
                      <a:r>
                        <a:rPr lang="en-ID" sz="1000" b="0">
                          <a:solidFill>
                            <a:srgbClr val="2C3945"/>
                          </a:solidFill>
                        </a:rPr>
                        <a:t>12.9</a:t>
                      </a:r>
                    </a:p>
                  </a:txBody>
                  <a:tcPr marT="14111" marB="14111" anchor="ctr">
                    <a:lnL w="0"/>
                    <a:lnR w="0"/>
                    <a:lnT w="0"/>
                    <a:lnB w="0"/>
                    <a:lnTlToBr w="0"/>
                    <a:lnBlToTr w="0"/>
                    <a:solidFill>
                      <a:srgbClr val="A6B4C1"/>
                    </a:solidFill>
                  </a:tcPr>
                </a:tc>
                <a:tc>
                  <a:txBody>
                    <a:bodyPr/>
                    <a:lstStyle/>
                    <a:p>
                      <a:pPr algn="ctr"/>
                      <a:r>
                        <a:rPr lang="en-ID" sz="1000" b="0">
                          <a:solidFill>
                            <a:srgbClr val="2C3945"/>
                          </a:solidFill>
                        </a:rPr>
                        <a:t>11.8</a:t>
                      </a:r>
                    </a:p>
                  </a:txBody>
                  <a:tcPr marT="14111" marB="14111" anchor="ctr">
                    <a:lnL w="0"/>
                    <a:lnR w="0"/>
                    <a:lnT w="0"/>
                    <a:lnB w="0"/>
                    <a:lnTlToBr w="0"/>
                    <a:lnBlToTr w="0"/>
                    <a:solidFill>
                      <a:srgbClr val="AEBCC8"/>
                    </a:solidFill>
                  </a:tcPr>
                </a:tc>
                <a:tc>
                  <a:txBody>
                    <a:bodyPr/>
                    <a:lstStyle/>
                    <a:p>
                      <a:pPr algn="ctr"/>
                      <a:r>
                        <a:rPr lang="en-ID" sz="1000" b="0">
                          <a:solidFill>
                            <a:srgbClr val="2C3945"/>
                          </a:solidFill>
                        </a:rPr>
                        <a:t>16.1</a:t>
                      </a:r>
                    </a:p>
                  </a:txBody>
                  <a:tcPr marT="14111" marB="14111" anchor="ctr">
                    <a:lnL w="0"/>
                    <a:lnR w="0"/>
                    <a:lnT w="0"/>
                    <a:lnB w="0"/>
                    <a:lnTlToBr w="0"/>
                    <a:lnBlToTr w="0"/>
                    <a:solidFill>
                      <a:srgbClr val="8E9EAD"/>
                    </a:solidFill>
                  </a:tcPr>
                </a:tc>
                <a:tc>
                  <a:txBody>
                    <a:bodyPr/>
                    <a:lstStyle/>
                    <a:p>
                      <a:pPr algn="ctr"/>
                      <a:r>
                        <a:rPr lang="en-ID" sz="1000" b="0">
                          <a:solidFill>
                            <a:srgbClr val="2C3945"/>
                          </a:solidFill>
                        </a:rPr>
                        <a:t>10.8</a:t>
                      </a:r>
                    </a:p>
                  </a:txBody>
                  <a:tcPr marT="14111" marB="14111" anchor="ctr">
                    <a:lnL w="0"/>
                    <a:lnR w="0"/>
                    <a:lnT w="0"/>
                    <a:lnB w="0"/>
                    <a:lnTlToBr w="0"/>
                    <a:lnBlToTr w="0"/>
                    <a:solidFill>
                      <a:srgbClr val="B6C3CE"/>
                    </a:solidFill>
                  </a:tcPr>
                </a:tc>
                <a:tc>
                  <a:txBody>
                    <a:bodyPr/>
                    <a:lstStyle/>
                    <a:p>
                      <a:pPr algn="ctr"/>
                      <a:r>
                        <a:rPr lang="en-ID" sz="1000" b="0">
                          <a:solidFill>
                            <a:srgbClr val="2C3945"/>
                          </a:solidFill>
                        </a:rPr>
                        <a:t>10.8</a:t>
                      </a:r>
                    </a:p>
                  </a:txBody>
                  <a:tcPr marT="14111" marB="14111" anchor="ctr">
                    <a:lnL w="0"/>
                    <a:lnR w="0"/>
                    <a:lnT w="0"/>
                    <a:lnB w="0"/>
                    <a:lnTlToBr w="0"/>
                    <a:lnBlToTr w="0"/>
                    <a:solidFill>
                      <a:srgbClr val="B6C3CE"/>
                    </a:solidFill>
                  </a:tcPr>
                </a:tc>
                <a:tc>
                  <a:txBody>
                    <a:bodyPr/>
                    <a:lstStyle/>
                    <a:p>
                      <a:pPr algn="ctr"/>
                      <a:r>
                        <a:rPr lang="en-ID" sz="1000" b="0">
                          <a:solidFill>
                            <a:srgbClr val="2C3945"/>
                          </a:solidFill>
                        </a:rPr>
                        <a:t>16.1</a:t>
                      </a:r>
                    </a:p>
                  </a:txBody>
                  <a:tcPr marT="14111" marB="14111" anchor="ctr">
                    <a:lnL w="0"/>
                    <a:lnR w="0"/>
                    <a:lnT w="0"/>
                    <a:lnB w="0"/>
                    <a:lnTlToBr w="0"/>
                    <a:lnBlToTr w="0"/>
                    <a:solidFill>
                      <a:srgbClr val="8E9EAD"/>
                    </a:solidFill>
                  </a:tcPr>
                </a:tc>
                <a:tc>
                  <a:txBody>
                    <a:bodyPr/>
                    <a:lstStyle/>
                    <a:p>
                      <a:pPr algn="ctr"/>
                      <a:r>
                        <a:rPr lang="en-ID" sz="1000" b="1">
                          <a:solidFill>
                            <a:srgbClr val="FFFFFF"/>
                          </a:solidFill>
                        </a:rPr>
                        <a:t>21.5</a:t>
                      </a:r>
                    </a:p>
                  </a:txBody>
                  <a:tcPr marT="14111" marB="14111" anchor="ctr">
                    <a:lnL w="0"/>
                    <a:lnR w="0"/>
                    <a:lnT w="0"/>
                    <a:lnB w="0"/>
                    <a:lnTlToBr w="0"/>
                    <a:lnBlToTr w="0"/>
                    <a:solidFill>
                      <a:srgbClr val="647A8C"/>
                    </a:solidFill>
                  </a:tcPr>
                </a:tc>
                <a:extLst>
                  <a:ext uri="{0D108BD9-81ED-4DB2-BD59-A6C34878D82A}">
                    <a16:rowId xmlns:a16="http://schemas.microsoft.com/office/drawing/2014/main" val="2661299021"/>
                  </a:ext>
                </a:extLst>
              </a:tr>
              <a:tr h="266700">
                <a:tc>
                  <a:txBody>
                    <a:bodyPr/>
                    <a:lstStyle/>
                    <a:p>
                      <a:pPr algn="l"/>
                      <a:r>
                        <a:rPr lang="en-ID" sz="1000" b="1">
                          <a:solidFill>
                            <a:srgbClr val="2C3945"/>
                          </a:solidFill>
                        </a:rPr>
                        <a:t>PH</a:t>
                      </a:r>
                    </a:p>
                  </a:txBody>
                  <a:tcPr marT="14111" marB="14111" anchor="ctr">
                    <a:lnL w="0"/>
                    <a:lnR w="0"/>
                    <a:lnT w="0"/>
                    <a:lnB w="0"/>
                    <a:lnTlToBr w="0"/>
                    <a:lnBlToTr w="0"/>
                    <a:solidFill>
                      <a:srgbClr val="F4F6F8"/>
                    </a:solidFill>
                  </a:tcPr>
                </a:tc>
                <a:tc>
                  <a:txBody>
                    <a:bodyPr/>
                    <a:lstStyle/>
                    <a:p>
                      <a:pPr algn="ctr"/>
                      <a:r>
                        <a:rPr lang="en-ID" sz="1000" b="0">
                          <a:solidFill>
                            <a:srgbClr val="2C3945"/>
                          </a:solidFill>
                        </a:rPr>
                        <a:t>12.9</a:t>
                      </a:r>
                    </a:p>
                  </a:txBody>
                  <a:tcPr marT="14111" marB="14111" anchor="ctr">
                    <a:lnL w="0"/>
                    <a:lnR w="0"/>
                    <a:lnT w="0"/>
                    <a:lnB w="0"/>
                    <a:lnTlToBr w="0"/>
                    <a:lnBlToTr w="0"/>
                    <a:solidFill>
                      <a:srgbClr val="A6B4C1"/>
                    </a:solidFill>
                  </a:tcPr>
                </a:tc>
                <a:tc>
                  <a:txBody>
                    <a:bodyPr/>
                    <a:lstStyle/>
                    <a:p>
                      <a:pPr algn="ctr"/>
                      <a:r>
                        <a:rPr lang="en-ID" sz="1000" b="0">
                          <a:solidFill>
                            <a:srgbClr val="2C3945"/>
                          </a:solidFill>
                        </a:rPr>
                        <a:t>14.3</a:t>
                      </a:r>
                    </a:p>
                  </a:txBody>
                  <a:tcPr marT="14111" marB="14111" anchor="ctr">
                    <a:lnL w="0"/>
                    <a:lnR w="0"/>
                    <a:lnT w="0"/>
                    <a:lnB w="0"/>
                    <a:lnTlToBr w="0"/>
                    <a:lnBlToTr w="0"/>
                    <a:solidFill>
                      <a:srgbClr val="9BABB8"/>
                    </a:solidFill>
                  </a:tcPr>
                </a:tc>
                <a:tc>
                  <a:txBody>
                    <a:bodyPr/>
                    <a:lstStyle/>
                    <a:p>
                      <a:pPr algn="ctr"/>
                      <a:r>
                        <a:rPr lang="en-ID" sz="1000" b="0">
                          <a:solidFill>
                            <a:srgbClr val="2C3945"/>
                          </a:solidFill>
                        </a:rPr>
                        <a:t>15.7</a:t>
                      </a:r>
                    </a:p>
                  </a:txBody>
                  <a:tcPr marT="14111" marB="14111" anchor="ctr">
                    <a:lnL w="0"/>
                    <a:lnR w="0"/>
                    <a:lnT w="0"/>
                    <a:lnB w="0"/>
                    <a:lnTlToBr w="0"/>
                    <a:lnBlToTr w="0"/>
                    <a:solidFill>
                      <a:srgbClr val="91A1B0"/>
                    </a:solidFill>
                  </a:tcPr>
                </a:tc>
                <a:tc>
                  <a:txBody>
                    <a:bodyPr/>
                    <a:lstStyle/>
                    <a:p>
                      <a:pPr algn="ctr"/>
                      <a:r>
                        <a:rPr lang="en-ID" sz="1000" b="0">
                          <a:solidFill>
                            <a:srgbClr val="2C3945"/>
                          </a:solidFill>
                        </a:rPr>
                        <a:t>5.7</a:t>
                      </a:r>
                    </a:p>
                  </a:txBody>
                  <a:tcPr marT="14111" marB="14111" anchor="ctr">
                    <a:lnL w="0"/>
                    <a:lnR w="0"/>
                    <a:lnT w="0"/>
                    <a:lnB w="0"/>
                    <a:lnTlToBr w="0"/>
                    <a:lnBlToTr w="0"/>
                    <a:solidFill>
                      <a:srgbClr val="DDE5ED"/>
                    </a:solidFill>
                  </a:tcPr>
                </a:tc>
                <a:tc>
                  <a:txBody>
                    <a:bodyPr/>
                    <a:lstStyle/>
                    <a:p>
                      <a:pPr algn="ctr"/>
                      <a:r>
                        <a:rPr lang="en-ID" sz="1000" b="1">
                          <a:solidFill>
                            <a:srgbClr val="FFFFFF"/>
                          </a:solidFill>
                        </a:rPr>
                        <a:t>20.0</a:t>
                      </a:r>
                    </a:p>
                  </a:txBody>
                  <a:tcPr marT="14111" marB="14111" anchor="ctr">
                    <a:lnL w="0"/>
                    <a:lnR w="0"/>
                    <a:lnT w="0"/>
                    <a:lnB w="0"/>
                    <a:lnTlToBr w="0"/>
                    <a:lnBlToTr w="0"/>
                    <a:solidFill>
                      <a:srgbClr val="708495"/>
                    </a:solidFill>
                  </a:tcPr>
                </a:tc>
                <a:tc>
                  <a:txBody>
                    <a:bodyPr/>
                    <a:lstStyle/>
                    <a:p>
                      <a:pPr algn="ctr"/>
                      <a:r>
                        <a:rPr lang="en-ID" sz="1000" b="0">
                          <a:solidFill>
                            <a:srgbClr val="2C3945"/>
                          </a:solidFill>
                        </a:rPr>
                        <a:t>17.1</a:t>
                      </a:r>
                    </a:p>
                  </a:txBody>
                  <a:tcPr marT="14111" marB="14111" anchor="ctr">
                    <a:lnL w="0"/>
                    <a:lnR w="0"/>
                    <a:lnT w="0"/>
                    <a:lnB w="0"/>
                    <a:lnTlToBr w="0"/>
                    <a:lnBlToTr w="0"/>
                    <a:solidFill>
                      <a:srgbClr val="8698A7"/>
                    </a:solidFill>
                  </a:tcPr>
                </a:tc>
                <a:tc>
                  <a:txBody>
                    <a:bodyPr/>
                    <a:lstStyle/>
                    <a:p>
                      <a:pPr algn="ctr"/>
                      <a:r>
                        <a:rPr lang="en-ID" sz="1000" b="0">
                          <a:solidFill>
                            <a:srgbClr val="2C3945"/>
                          </a:solidFill>
                        </a:rPr>
                        <a:t>14.3</a:t>
                      </a:r>
                    </a:p>
                  </a:txBody>
                  <a:tcPr marT="14111" marB="14111" anchor="ctr">
                    <a:lnL w="0"/>
                    <a:lnR w="0"/>
                    <a:lnT w="0"/>
                    <a:lnB w="0"/>
                    <a:lnTlToBr w="0"/>
                    <a:lnBlToTr w="0"/>
                    <a:solidFill>
                      <a:srgbClr val="9BABB8"/>
                    </a:solidFill>
                  </a:tcPr>
                </a:tc>
                <a:extLst>
                  <a:ext uri="{0D108BD9-81ED-4DB2-BD59-A6C34878D82A}">
                    <a16:rowId xmlns:a16="http://schemas.microsoft.com/office/drawing/2014/main" val="205312666"/>
                  </a:ext>
                </a:extLst>
              </a:tr>
              <a:tr h="266700">
                <a:tc>
                  <a:txBody>
                    <a:bodyPr/>
                    <a:lstStyle/>
                    <a:p>
                      <a:pPr algn="l"/>
                      <a:r>
                        <a:rPr lang="en-ID" sz="1000" b="1">
                          <a:solidFill>
                            <a:srgbClr val="2C3945"/>
                          </a:solidFill>
                        </a:rPr>
                        <a:t>MY</a:t>
                      </a:r>
                    </a:p>
                  </a:txBody>
                  <a:tcPr marT="14111" marB="14111" anchor="ctr">
                    <a:lnL w="0"/>
                    <a:lnR w="0"/>
                    <a:lnT w="0"/>
                    <a:lnB w="0"/>
                    <a:lnTlToBr w="0"/>
                    <a:lnBlToTr w="0"/>
                    <a:solidFill>
                      <a:srgbClr val="F4F6F8"/>
                    </a:solidFill>
                  </a:tcPr>
                </a:tc>
                <a:tc>
                  <a:txBody>
                    <a:bodyPr/>
                    <a:lstStyle/>
                    <a:p>
                      <a:pPr algn="ctr"/>
                      <a:r>
                        <a:rPr lang="en-ID" sz="1000" b="0">
                          <a:solidFill>
                            <a:srgbClr val="2C3945"/>
                          </a:solidFill>
                        </a:rPr>
                        <a:t>16.4</a:t>
                      </a:r>
                    </a:p>
                  </a:txBody>
                  <a:tcPr marT="14111" marB="14111" anchor="ctr">
                    <a:lnL w="0"/>
                    <a:lnR w="0"/>
                    <a:lnT w="0"/>
                    <a:lnB w="0"/>
                    <a:lnTlToBr w="0"/>
                    <a:lnBlToTr w="0"/>
                    <a:solidFill>
                      <a:srgbClr val="8B9CAB"/>
                    </a:solidFill>
                  </a:tcPr>
                </a:tc>
                <a:tc>
                  <a:txBody>
                    <a:bodyPr/>
                    <a:lstStyle/>
                    <a:p>
                      <a:pPr algn="ctr"/>
                      <a:r>
                        <a:rPr lang="en-ID" sz="1000" b="0">
                          <a:solidFill>
                            <a:srgbClr val="2C3945"/>
                          </a:solidFill>
                        </a:rPr>
                        <a:t>14.5</a:t>
                      </a:r>
                    </a:p>
                  </a:txBody>
                  <a:tcPr marT="14111" marB="14111" anchor="ctr">
                    <a:lnL w="0"/>
                    <a:lnR w="0"/>
                    <a:lnT w="0"/>
                    <a:lnB w="0"/>
                    <a:lnTlToBr w="0"/>
                    <a:lnBlToTr w="0"/>
                    <a:solidFill>
                      <a:srgbClr val="9AA9B7"/>
                    </a:solidFill>
                  </a:tcPr>
                </a:tc>
                <a:tc>
                  <a:txBody>
                    <a:bodyPr/>
                    <a:lstStyle/>
                    <a:p>
                      <a:pPr algn="ctr"/>
                      <a:r>
                        <a:rPr lang="en-ID" sz="1000" b="0">
                          <a:solidFill>
                            <a:srgbClr val="2C3945"/>
                          </a:solidFill>
                        </a:rPr>
                        <a:t>7.3</a:t>
                      </a:r>
                    </a:p>
                  </a:txBody>
                  <a:tcPr marT="14111" marB="14111" anchor="ctr">
                    <a:lnL w="0"/>
                    <a:lnR w="0"/>
                    <a:lnT w="0"/>
                    <a:lnB w="0"/>
                    <a:lnTlToBr w="0"/>
                    <a:lnBlToTr w="0"/>
                    <a:solidFill>
                      <a:srgbClr val="D1DAE4"/>
                    </a:solidFill>
                  </a:tcPr>
                </a:tc>
                <a:tc>
                  <a:txBody>
                    <a:bodyPr/>
                    <a:lstStyle/>
                    <a:p>
                      <a:pPr algn="ctr"/>
                      <a:r>
                        <a:rPr lang="en-ID" sz="1000" b="0">
                          <a:solidFill>
                            <a:srgbClr val="2C3945"/>
                          </a:solidFill>
                        </a:rPr>
                        <a:t>12.7</a:t>
                      </a:r>
                    </a:p>
                  </a:txBody>
                  <a:tcPr marT="14111" marB="14111" anchor="ctr">
                    <a:lnL w="0"/>
                    <a:lnR w="0"/>
                    <a:lnT w="0"/>
                    <a:lnB w="0"/>
                    <a:lnTlToBr w="0"/>
                    <a:lnBlToTr w="0"/>
                    <a:solidFill>
                      <a:srgbClr val="A8B6C2"/>
                    </a:solidFill>
                  </a:tcPr>
                </a:tc>
                <a:tc>
                  <a:txBody>
                    <a:bodyPr/>
                    <a:lstStyle/>
                    <a:p>
                      <a:pPr algn="ctr"/>
                      <a:r>
                        <a:rPr lang="en-ID" sz="1000" b="0">
                          <a:solidFill>
                            <a:srgbClr val="2C3945"/>
                          </a:solidFill>
                        </a:rPr>
                        <a:t>18.2</a:t>
                      </a:r>
                    </a:p>
                  </a:txBody>
                  <a:tcPr marT="14111" marB="14111" anchor="ctr">
                    <a:lnL w="0"/>
                    <a:lnR w="0"/>
                    <a:lnT w="0"/>
                    <a:lnB w="0"/>
                    <a:lnTlToBr w="0"/>
                    <a:lnBlToTr w="0"/>
                    <a:solidFill>
                      <a:srgbClr val="7D90A0"/>
                    </a:solidFill>
                  </a:tcPr>
                </a:tc>
                <a:tc>
                  <a:txBody>
                    <a:bodyPr/>
                    <a:lstStyle/>
                    <a:p>
                      <a:pPr algn="ctr"/>
                      <a:r>
                        <a:rPr lang="en-ID" sz="1000" b="0">
                          <a:solidFill>
                            <a:srgbClr val="2C3945"/>
                          </a:solidFill>
                        </a:rPr>
                        <a:t>14.5</a:t>
                      </a:r>
                    </a:p>
                  </a:txBody>
                  <a:tcPr marT="14111" marB="14111" anchor="ctr">
                    <a:lnL w="0"/>
                    <a:lnR w="0"/>
                    <a:lnT w="0"/>
                    <a:lnB w="0"/>
                    <a:lnTlToBr w="0"/>
                    <a:lnBlToTr w="0"/>
                    <a:solidFill>
                      <a:srgbClr val="9AA9B7"/>
                    </a:solidFill>
                  </a:tcPr>
                </a:tc>
                <a:tc>
                  <a:txBody>
                    <a:bodyPr/>
                    <a:lstStyle/>
                    <a:p>
                      <a:pPr algn="ctr"/>
                      <a:r>
                        <a:rPr lang="en-ID" sz="1000" b="0">
                          <a:solidFill>
                            <a:srgbClr val="2C3945"/>
                          </a:solidFill>
                        </a:rPr>
                        <a:t>16.4</a:t>
                      </a:r>
                    </a:p>
                  </a:txBody>
                  <a:tcPr marT="14111" marB="14111" anchor="ctr">
                    <a:lnL w="0"/>
                    <a:lnR w="0"/>
                    <a:lnT w="0"/>
                    <a:lnB w="0"/>
                    <a:lnTlToBr w="0"/>
                    <a:lnBlToTr w="0"/>
                    <a:solidFill>
                      <a:srgbClr val="8B9CAB"/>
                    </a:solidFill>
                  </a:tcPr>
                </a:tc>
                <a:extLst>
                  <a:ext uri="{0D108BD9-81ED-4DB2-BD59-A6C34878D82A}">
                    <a16:rowId xmlns:a16="http://schemas.microsoft.com/office/drawing/2014/main" val="1436604571"/>
                  </a:ext>
                </a:extLst>
              </a:tr>
              <a:tr h="266700">
                <a:tc>
                  <a:txBody>
                    <a:bodyPr/>
                    <a:lstStyle/>
                    <a:p>
                      <a:pPr algn="l"/>
                      <a:r>
                        <a:rPr lang="en-ID" sz="1000" b="1">
                          <a:solidFill>
                            <a:srgbClr val="2C3945"/>
                          </a:solidFill>
                        </a:rPr>
                        <a:t>VN</a:t>
                      </a:r>
                    </a:p>
                  </a:txBody>
                  <a:tcPr marT="14111" marB="14111" anchor="ctr">
                    <a:lnL w="0"/>
                    <a:lnR w="0"/>
                    <a:lnT w="0"/>
                    <a:lnB w="0"/>
                    <a:lnTlToBr w="0"/>
                    <a:lnBlToTr w="0"/>
                    <a:solidFill>
                      <a:srgbClr val="F4F6F8"/>
                    </a:solidFill>
                  </a:tcPr>
                </a:tc>
                <a:tc>
                  <a:txBody>
                    <a:bodyPr/>
                    <a:lstStyle/>
                    <a:p>
                      <a:pPr algn="ctr"/>
                      <a:r>
                        <a:rPr lang="en-ID" sz="1000" b="0">
                          <a:solidFill>
                            <a:srgbClr val="2C3945"/>
                          </a:solidFill>
                        </a:rPr>
                        <a:t>9.8</a:t>
                      </a:r>
                    </a:p>
                  </a:txBody>
                  <a:tcPr marT="14111" marB="14111" anchor="ctr">
                    <a:lnL w="0"/>
                    <a:lnR w="0"/>
                    <a:lnT w="0"/>
                    <a:lnB w="0"/>
                    <a:lnTlToBr w="0"/>
                    <a:lnBlToTr w="0"/>
                    <a:solidFill>
                      <a:srgbClr val="BEC9D4"/>
                    </a:solidFill>
                  </a:tcPr>
                </a:tc>
                <a:tc>
                  <a:txBody>
                    <a:bodyPr/>
                    <a:lstStyle/>
                    <a:p>
                      <a:pPr algn="ctr"/>
                      <a:r>
                        <a:rPr lang="en-ID" sz="1000" b="0">
                          <a:solidFill>
                            <a:srgbClr val="2C3945"/>
                          </a:solidFill>
                        </a:rPr>
                        <a:t>5.9</a:t>
                      </a:r>
                    </a:p>
                  </a:txBody>
                  <a:tcPr marT="14111" marB="14111" anchor="ctr">
                    <a:lnL w="0"/>
                    <a:lnR w="0"/>
                    <a:lnT w="0"/>
                    <a:lnB w="0"/>
                    <a:lnTlToBr w="0"/>
                    <a:lnBlToTr w="0"/>
                    <a:solidFill>
                      <a:srgbClr val="DBE4EC"/>
                    </a:solidFill>
                  </a:tcPr>
                </a:tc>
                <a:tc>
                  <a:txBody>
                    <a:bodyPr/>
                    <a:lstStyle/>
                    <a:p>
                      <a:pPr algn="ctr"/>
                      <a:r>
                        <a:rPr lang="en-ID" sz="1000" b="0">
                          <a:solidFill>
                            <a:srgbClr val="2C3945"/>
                          </a:solidFill>
                        </a:rPr>
                        <a:t>11.8</a:t>
                      </a:r>
                    </a:p>
                  </a:txBody>
                  <a:tcPr marT="14111" marB="14111" anchor="ctr">
                    <a:lnL w="0"/>
                    <a:lnR w="0"/>
                    <a:lnT w="0"/>
                    <a:lnB w="0"/>
                    <a:lnTlToBr w="0"/>
                    <a:lnBlToTr w="0"/>
                    <a:solidFill>
                      <a:srgbClr val="AEBCC8"/>
                    </a:solidFill>
                  </a:tcPr>
                </a:tc>
                <a:tc>
                  <a:txBody>
                    <a:bodyPr/>
                    <a:lstStyle/>
                    <a:p>
                      <a:pPr algn="ctr"/>
                      <a:r>
                        <a:rPr lang="en-ID" sz="1000" b="0">
                          <a:solidFill>
                            <a:srgbClr val="2C3945"/>
                          </a:solidFill>
                        </a:rPr>
                        <a:t>15.7</a:t>
                      </a:r>
                    </a:p>
                  </a:txBody>
                  <a:tcPr marT="14111" marB="14111" anchor="ctr">
                    <a:lnL w="0"/>
                    <a:lnR w="0"/>
                    <a:lnT w="0"/>
                    <a:lnB w="0"/>
                    <a:lnTlToBr w="0"/>
                    <a:lnBlToTr w="0"/>
                    <a:solidFill>
                      <a:srgbClr val="91A1B0"/>
                    </a:solidFill>
                  </a:tcPr>
                </a:tc>
                <a:tc>
                  <a:txBody>
                    <a:bodyPr/>
                    <a:lstStyle/>
                    <a:p>
                      <a:pPr algn="ctr"/>
                      <a:r>
                        <a:rPr lang="en-ID" sz="1000" b="1">
                          <a:solidFill>
                            <a:srgbClr val="FFFFFF"/>
                          </a:solidFill>
                        </a:rPr>
                        <a:t>31.4</a:t>
                      </a:r>
                    </a:p>
                  </a:txBody>
                  <a:tcPr marT="14111" marB="14111" anchor="ctr">
                    <a:lnL w="0"/>
                    <a:lnR w="0"/>
                    <a:lnT w="0"/>
                    <a:lnB w="0"/>
                    <a:lnTlToBr w="0"/>
                    <a:lnBlToTr w="0"/>
                    <a:solidFill>
                      <a:srgbClr val="19364F"/>
                    </a:solidFill>
                  </a:tcPr>
                </a:tc>
                <a:tc>
                  <a:txBody>
                    <a:bodyPr/>
                    <a:lstStyle/>
                    <a:p>
                      <a:pPr algn="ctr"/>
                      <a:r>
                        <a:rPr lang="en-ID" sz="1000" b="0">
                          <a:solidFill>
                            <a:srgbClr val="2C3945"/>
                          </a:solidFill>
                        </a:rPr>
                        <a:t>13.7</a:t>
                      </a:r>
                    </a:p>
                  </a:txBody>
                  <a:tcPr marT="14111" marB="14111" anchor="ctr">
                    <a:lnL w="0"/>
                    <a:lnR w="0"/>
                    <a:lnT w="0"/>
                    <a:lnB w="0"/>
                    <a:lnTlToBr w="0"/>
                    <a:lnBlToTr w="0"/>
                    <a:solidFill>
                      <a:srgbClr val="A0AFBC"/>
                    </a:solidFill>
                  </a:tcPr>
                </a:tc>
                <a:tc>
                  <a:txBody>
                    <a:bodyPr/>
                    <a:lstStyle/>
                    <a:p>
                      <a:pPr algn="ctr"/>
                      <a:r>
                        <a:rPr lang="en-ID" sz="1000" b="0">
                          <a:solidFill>
                            <a:srgbClr val="2C3945"/>
                          </a:solidFill>
                        </a:rPr>
                        <a:t>13.7</a:t>
                      </a:r>
                    </a:p>
                  </a:txBody>
                  <a:tcPr marT="14111" marB="14111" anchor="ctr">
                    <a:lnL w="0"/>
                    <a:lnR w="0"/>
                    <a:lnT w="0"/>
                    <a:lnB w="0"/>
                    <a:lnTlToBr w="0"/>
                    <a:lnBlToTr w="0"/>
                    <a:solidFill>
                      <a:srgbClr val="A0AFBC"/>
                    </a:solidFill>
                  </a:tcPr>
                </a:tc>
                <a:extLst>
                  <a:ext uri="{0D108BD9-81ED-4DB2-BD59-A6C34878D82A}">
                    <a16:rowId xmlns:a16="http://schemas.microsoft.com/office/drawing/2014/main" val="1520282561"/>
                  </a:ext>
                </a:extLst>
              </a:tr>
              <a:tr h="266700">
                <a:tc>
                  <a:txBody>
                    <a:bodyPr/>
                    <a:lstStyle/>
                    <a:p>
                      <a:pPr algn="l"/>
                      <a:r>
                        <a:rPr lang="en-ID" sz="1000" b="1">
                          <a:solidFill>
                            <a:srgbClr val="2C3945"/>
                          </a:solidFill>
                        </a:rPr>
                        <a:t>SG</a:t>
                      </a:r>
                    </a:p>
                  </a:txBody>
                  <a:tcPr marT="14111" marB="14111" anchor="ctr">
                    <a:lnL w="0"/>
                    <a:lnR w="0"/>
                    <a:lnT w="0"/>
                    <a:lnB w="0"/>
                    <a:lnTlToBr w="0"/>
                    <a:lnBlToTr w="0"/>
                    <a:solidFill>
                      <a:srgbClr val="F4F6F8"/>
                    </a:solidFill>
                  </a:tcPr>
                </a:tc>
                <a:tc>
                  <a:txBody>
                    <a:bodyPr/>
                    <a:lstStyle/>
                    <a:p>
                      <a:pPr algn="ctr"/>
                      <a:r>
                        <a:rPr lang="en-ID" sz="1000" b="0" dirty="0">
                          <a:solidFill>
                            <a:srgbClr val="2C3945"/>
                          </a:solidFill>
                        </a:rPr>
                        <a:t>9.5</a:t>
                      </a:r>
                    </a:p>
                  </a:txBody>
                  <a:tcPr marT="14111" marB="14111" anchor="ctr">
                    <a:lnL w="0"/>
                    <a:lnR w="0"/>
                    <a:lnT w="0"/>
                    <a:lnB w="0"/>
                    <a:lnTlToBr w="0"/>
                    <a:lnBlToTr w="0"/>
                    <a:solidFill>
                      <a:srgbClr val="C0CBD6"/>
                    </a:solidFill>
                  </a:tcPr>
                </a:tc>
                <a:tc>
                  <a:txBody>
                    <a:bodyPr/>
                    <a:lstStyle/>
                    <a:p>
                      <a:pPr algn="ctr"/>
                      <a:r>
                        <a:rPr lang="en-ID" sz="1000" b="0">
                          <a:solidFill>
                            <a:srgbClr val="2C3945"/>
                          </a:solidFill>
                        </a:rPr>
                        <a:t>9.5</a:t>
                      </a:r>
                    </a:p>
                  </a:txBody>
                  <a:tcPr marT="14111" marB="14111" anchor="ctr">
                    <a:lnL w="0"/>
                    <a:lnR w="0"/>
                    <a:lnT w="0"/>
                    <a:lnB w="0"/>
                    <a:lnTlToBr w="0"/>
                    <a:lnBlToTr w="0"/>
                    <a:solidFill>
                      <a:srgbClr val="C0CBD6"/>
                    </a:solidFill>
                  </a:tcPr>
                </a:tc>
                <a:tc>
                  <a:txBody>
                    <a:bodyPr/>
                    <a:lstStyle/>
                    <a:p>
                      <a:pPr algn="ctr"/>
                      <a:r>
                        <a:rPr lang="en-ID" sz="1000" b="0">
                          <a:solidFill>
                            <a:srgbClr val="2C3945"/>
                          </a:solidFill>
                        </a:rPr>
                        <a:t>11.9</a:t>
                      </a:r>
                    </a:p>
                  </a:txBody>
                  <a:tcPr marT="14111" marB="14111" anchor="ctr">
                    <a:lnL w="0"/>
                    <a:lnR w="0"/>
                    <a:lnT w="0"/>
                    <a:lnB w="0"/>
                    <a:lnTlToBr w="0"/>
                    <a:lnBlToTr w="0"/>
                    <a:solidFill>
                      <a:srgbClr val="AEBBC7"/>
                    </a:solidFill>
                  </a:tcPr>
                </a:tc>
                <a:tc>
                  <a:txBody>
                    <a:bodyPr/>
                    <a:lstStyle/>
                    <a:p>
                      <a:pPr algn="ctr"/>
                      <a:r>
                        <a:rPr lang="en-ID" sz="1000" b="0">
                          <a:solidFill>
                            <a:srgbClr val="2C3945"/>
                          </a:solidFill>
                        </a:rPr>
                        <a:t>16.7</a:t>
                      </a:r>
                    </a:p>
                  </a:txBody>
                  <a:tcPr marT="14111" marB="14111" anchor="ctr">
                    <a:lnL w="0"/>
                    <a:lnR w="0"/>
                    <a:lnT w="0"/>
                    <a:lnB w="0"/>
                    <a:lnTlToBr w="0"/>
                    <a:lnBlToTr w="0"/>
                    <a:solidFill>
                      <a:srgbClr val="899AAA"/>
                    </a:solidFill>
                  </a:tcPr>
                </a:tc>
                <a:tc>
                  <a:txBody>
                    <a:bodyPr/>
                    <a:lstStyle/>
                    <a:p>
                      <a:pPr algn="ctr"/>
                      <a:r>
                        <a:rPr lang="en-ID" sz="1000" b="0">
                          <a:solidFill>
                            <a:srgbClr val="2C3945"/>
                          </a:solidFill>
                        </a:rPr>
                        <a:t>11.9</a:t>
                      </a:r>
                    </a:p>
                  </a:txBody>
                  <a:tcPr marT="14111" marB="14111" anchor="ctr">
                    <a:lnL w="0"/>
                    <a:lnR w="0"/>
                    <a:lnT w="0"/>
                    <a:lnB w="0"/>
                    <a:lnTlToBr w="0"/>
                    <a:lnBlToTr w="0"/>
                    <a:solidFill>
                      <a:srgbClr val="AEBBC7"/>
                    </a:solidFill>
                  </a:tcPr>
                </a:tc>
                <a:tc>
                  <a:txBody>
                    <a:bodyPr/>
                    <a:lstStyle/>
                    <a:p>
                      <a:pPr algn="ctr"/>
                      <a:r>
                        <a:rPr lang="en-ID" sz="1000" b="0">
                          <a:solidFill>
                            <a:srgbClr val="2C3945"/>
                          </a:solidFill>
                        </a:rPr>
                        <a:t>16.7</a:t>
                      </a:r>
                    </a:p>
                  </a:txBody>
                  <a:tcPr marT="14111" marB="14111" anchor="ctr">
                    <a:lnL w="0"/>
                    <a:lnR w="0"/>
                    <a:lnT w="0"/>
                    <a:lnB w="0"/>
                    <a:lnTlToBr w="0"/>
                    <a:lnBlToTr w="0"/>
                    <a:solidFill>
                      <a:srgbClr val="899AAA"/>
                    </a:solidFill>
                  </a:tcPr>
                </a:tc>
                <a:tc>
                  <a:txBody>
                    <a:bodyPr/>
                    <a:lstStyle/>
                    <a:p>
                      <a:pPr algn="ctr"/>
                      <a:r>
                        <a:rPr lang="en-ID" sz="1000" b="1">
                          <a:solidFill>
                            <a:srgbClr val="FFFFFF"/>
                          </a:solidFill>
                        </a:rPr>
                        <a:t>23.8</a:t>
                      </a:r>
                    </a:p>
                  </a:txBody>
                  <a:tcPr marT="14111" marB="14111" anchor="ctr">
                    <a:lnL w="0"/>
                    <a:lnR w="0"/>
                    <a:lnT w="0"/>
                    <a:lnB w="0"/>
                    <a:lnTlToBr w="0"/>
                    <a:lnBlToTr w="0"/>
                    <a:solidFill>
                      <a:srgbClr val="536A7E"/>
                    </a:solidFill>
                  </a:tcPr>
                </a:tc>
                <a:extLst>
                  <a:ext uri="{0D108BD9-81ED-4DB2-BD59-A6C34878D82A}">
                    <a16:rowId xmlns:a16="http://schemas.microsoft.com/office/drawing/2014/main" val="2598333509"/>
                  </a:ext>
                </a:extLst>
              </a:tr>
              <a:tr h="266700">
                <a:tc>
                  <a:txBody>
                    <a:bodyPr/>
                    <a:lstStyle/>
                    <a:p>
                      <a:pPr algn="l"/>
                      <a:r>
                        <a:rPr lang="en-ID" sz="1000" b="1">
                          <a:solidFill>
                            <a:srgbClr val="2C3945"/>
                          </a:solidFill>
                        </a:rPr>
                        <a:t>TH</a:t>
                      </a:r>
                    </a:p>
                  </a:txBody>
                  <a:tcPr marT="14111" marB="14111" anchor="ctr">
                    <a:lnL w="0"/>
                    <a:lnR w="0"/>
                    <a:lnT w="0"/>
                    <a:lnB w="0"/>
                    <a:lnTlToBr w="0"/>
                    <a:lnBlToTr w="0"/>
                    <a:solidFill>
                      <a:srgbClr val="F4F6F8"/>
                    </a:solidFill>
                  </a:tcPr>
                </a:tc>
                <a:tc>
                  <a:txBody>
                    <a:bodyPr/>
                    <a:lstStyle/>
                    <a:p>
                      <a:pPr algn="ctr"/>
                      <a:r>
                        <a:rPr lang="en-ID" sz="1000" b="0">
                          <a:solidFill>
                            <a:srgbClr val="2C3945"/>
                          </a:solidFill>
                        </a:rPr>
                        <a:t>9.4</a:t>
                      </a:r>
                    </a:p>
                  </a:txBody>
                  <a:tcPr marT="14111" marB="14111" anchor="ctr">
                    <a:lnL w="0"/>
                    <a:lnR w="0"/>
                    <a:lnT w="0"/>
                    <a:lnB w="0"/>
                    <a:lnTlToBr w="0"/>
                    <a:lnBlToTr w="0"/>
                    <a:solidFill>
                      <a:srgbClr val="C1CCD7"/>
                    </a:solidFill>
                  </a:tcPr>
                </a:tc>
                <a:tc>
                  <a:txBody>
                    <a:bodyPr/>
                    <a:lstStyle/>
                    <a:p>
                      <a:pPr algn="ctr"/>
                      <a:r>
                        <a:rPr lang="en-ID" sz="1000" b="0">
                          <a:solidFill>
                            <a:srgbClr val="2C3945"/>
                          </a:solidFill>
                        </a:rPr>
                        <a:t>15.6</a:t>
                      </a:r>
                    </a:p>
                  </a:txBody>
                  <a:tcPr marT="14111" marB="14111" anchor="ctr">
                    <a:lnL w="0"/>
                    <a:lnR w="0"/>
                    <a:lnT w="0"/>
                    <a:lnB w="0"/>
                    <a:lnTlToBr w="0"/>
                    <a:lnBlToTr w="0"/>
                    <a:solidFill>
                      <a:srgbClr val="91A2B0"/>
                    </a:solidFill>
                  </a:tcPr>
                </a:tc>
                <a:tc>
                  <a:txBody>
                    <a:bodyPr/>
                    <a:lstStyle/>
                    <a:p>
                      <a:pPr algn="ctr"/>
                      <a:r>
                        <a:rPr lang="en-ID" sz="1000" b="0">
                          <a:solidFill>
                            <a:srgbClr val="2C3945"/>
                          </a:solidFill>
                        </a:rPr>
                        <a:t>15.6</a:t>
                      </a:r>
                    </a:p>
                  </a:txBody>
                  <a:tcPr marT="14111" marB="14111" anchor="ctr">
                    <a:lnL w="0"/>
                    <a:lnR w="0"/>
                    <a:lnT w="0"/>
                    <a:lnB w="0"/>
                    <a:lnTlToBr w="0"/>
                    <a:lnBlToTr w="0"/>
                    <a:solidFill>
                      <a:srgbClr val="91A2B0"/>
                    </a:solidFill>
                  </a:tcPr>
                </a:tc>
                <a:tc>
                  <a:txBody>
                    <a:bodyPr/>
                    <a:lstStyle/>
                    <a:p>
                      <a:pPr algn="ctr"/>
                      <a:r>
                        <a:rPr lang="en-ID" sz="1000" b="0">
                          <a:solidFill>
                            <a:srgbClr val="2C3945"/>
                          </a:solidFill>
                        </a:rPr>
                        <a:t>12.5</a:t>
                      </a:r>
                    </a:p>
                  </a:txBody>
                  <a:tcPr marT="14111" marB="14111" anchor="ctr">
                    <a:lnL w="0"/>
                    <a:lnR w="0"/>
                    <a:lnT w="0"/>
                    <a:lnB w="0"/>
                    <a:lnTlToBr w="0"/>
                    <a:lnBlToTr w="0"/>
                    <a:solidFill>
                      <a:srgbClr val="A9B7C3"/>
                    </a:solidFill>
                  </a:tcPr>
                </a:tc>
                <a:tc>
                  <a:txBody>
                    <a:bodyPr/>
                    <a:lstStyle/>
                    <a:p>
                      <a:pPr algn="ctr"/>
                      <a:r>
                        <a:rPr lang="en-ID" sz="1000" b="0">
                          <a:solidFill>
                            <a:srgbClr val="2C3945"/>
                          </a:solidFill>
                        </a:rPr>
                        <a:t>18.8</a:t>
                      </a:r>
                    </a:p>
                  </a:txBody>
                  <a:tcPr marT="14111" marB="14111" anchor="ctr">
                    <a:lnL w="0"/>
                    <a:lnR w="0"/>
                    <a:lnT w="0"/>
                    <a:lnB w="0"/>
                    <a:lnTlToBr w="0"/>
                    <a:lnBlToTr w="0"/>
                    <a:solidFill>
                      <a:srgbClr val="798C9D"/>
                    </a:solidFill>
                  </a:tcPr>
                </a:tc>
                <a:tc>
                  <a:txBody>
                    <a:bodyPr/>
                    <a:lstStyle/>
                    <a:p>
                      <a:pPr algn="ctr"/>
                      <a:r>
                        <a:rPr lang="en-ID" sz="1000" b="0">
                          <a:solidFill>
                            <a:srgbClr val="2C3945"/>
                          </a:solidFill>
                        </a:rPr>
                        <a:t>9.4</a:t>
                      </a:r>
                    </a:p>
                  </a:txBody>
                  <a:tcPr marT="14111" marB="14111" anchor="ctr">
                    <a:lnL w="0"/>
                    <a:lnR w="0"/>
                    <a:lnT w="0"/>
                    <a:lnB w="0"/>
                    <a:lnTlToBr w="0"/>
                    <a:lnBlToTr w="0"/>
                    <a:solidFill>
                      <a:srgbClr val="C1CCD7"/>
                    </a:solidFill>
                  </a:tcPr>
                </a:tc>
                <a:tc>
                  <a:txBody>
                    <a:bodyPr/>
                    <a:lstStyle/>
                    <a:p>
                      <a:pPr algn="ctr"/>
                      <a:r>
                        <a:rPr lang="en-ID" sz="1000" b="0">
                          <a:solidFill>
                            <a:srgbClr val="2C3945"/>
                          </a:solidFill>
                        </a:rPr>
                        <a:t>18.8</a:t>
                      </a:r>
                    </a:p>
                  </a:txBody>
                  <a:tcPr marT="14111" marB="14111" anchor="ctr">
                    <a:lnL w="0"/>
                    <a:lnR w="0"/>
                    <a:lnT w="0"/>
                    <a:lnB w="0"/>
                    <a:lnTlToBr w="0"/>
                    <a:lnBlToTr w="0"/>
                    <a:solidFill>
                      <a:srgbClr val="798C9D"/>
                    </a:solidFill>
                  </a:tcPr>
                </a:tc>
                <a:extLst>
                  <a:ext uri="{0D108BD9-81ED-4DB2-BD59-A6C34878D82A}">
                    <a16:rowId xmlns:a16="http://schemas.microsoft.com/office/drawing/2014/main" val="2688352388"/>
                  </a:ext>
                </a:extLst>
              </a:tr>
              <a:tr h="266700">
                <a:tc>
                  <a:txBody>
                    <a:bodyPr/>
                    <a:lstStyle/>
                    <a:p>
                      <a:pPr algn="l"/>
                      <a:r>
                        <a:rPr lang="en-ID" sz="1000" b="1">
                          <a:solidFill>
                            <a:srgbClr val="2C3945"/>
                          </a:solidFill>
                        </a:rPr>
                        <a:t>AU</a:t>
                      </a:r>
                    </a:p>
                  </a:txBody>
                  <a:tcPr marT="14111" marB="14111" anchor="ctr">
                    <a:lnL w="0"/>
                    <a:lnR w="0"/>
                    <a:lnT w="0"/>
                    <a:lnB w="0"/>
                    <a:lnTlToBr w="0"/>
                    <a:lnBlToTr w="0"/>
                    <a:solidFill>
                      <a:srgbClr val="F4F6F8"/>
                    </a:solidFill>
                  </a:tcPr>
                </a:tc>
                <a:tc>
                  <a:txBody>
                    <a:bodyPr/>
                    <a:lstStyle/>
                    <a:p>
                      <a:pPr algn="ctr"/>
                      <a:r>
                        <a:rPr lang="en-ID" sz="1000" b="0">
                          <a:solidFill>
                            <a:srgbClr val="2C3945"/>
                          </a:solidFill>
                        </a:rPr>
                        <a:t>4.5</a:t>
                      </a:r>
                    </a:p>
                  </a:txBody>
                  <a:tcPr marT="14111" marB="14111" anchor="ctr">
                    <a:lnL w="0"/>
                    <a:lnR w="0"/>
                    <a:lnT w="0"/>
                    <a:lnB w="0"/>
                    <a:lnTlToBr w="0"/>
                    <a:lnBlToTr w="0"/>
                    <a:solidFill>
                      <a:srgbClr val="E6EEF5"/>
                    </a:solidFill>
                  </a:tcPr>
                </a:tc>
                <a:tc>
                  <a:txBody>
                    <a:bodyPr/>
                    <a:lstStyle/>
                    <a:p>
                      <a:pPr algn="ctr"/>
                      <a:r>
                        <a:rPr lang="en-ID" sz="1000" b="0">
                          <a:solidFill>
                            <a:srgbClr val="2C3945"/>
                          </a:solidFill>
                        </a:rPr>
                        <a:t>9.1</a:t>
                      </a:r>
                    </a:p>
                  </a:txBody>
                  <a:tcPr marT="14111" marB="14111" anchor="ctr">
                    <a:lnL w="0"/>
                    <a:lnR w="0"/>
                    <a:lnT w="0"/>
                    <a:lnB w="0"/>
                    <a:lnTlToBr w="0"/>
                    <a:lnBlToTr w="0"/>
                    <a:solidFill>
                      <a:srgbClr val="C3CED8"/>
                    </a:solidFill>
                  </a:tcPr>
                </a:tc>
                <a:tc>
                  <a:txBody>
                    <a:bodyPr/>
                    <a:lstStyle/>
                    <a:p>
                      <a:pPr algn="ctr"/>
                      <a:r>
                        <a:rPr lang="en-ID" sz="1000" b="1">
                          <a:solidFill>
                            <a:srgbClr val="FFFFFF"/>
                          </a:solidFill>
                        </a:rPr>
                        <a:t>27.3</a:t>
                      </a:r>
                    </a:p>
                  </a:txBody>
                  <a:tcPr marT="14111" marB="14111" anchor="ctr">
                    <a:lnL w="0"/>
                    <a:lnR w="0"/>
                    <a:lnT w="0"/>
                    <a:lnB w="0"/>
                    <a:lnTlToBr w="0"/>
                    <a:lnBlToTr w="0"/>
                    <a:solidFill>
                      <a:srgbClr val="385268"/>
                    </a:solidFill>
                  </a:tcPr>
                </a:tc>
                <a:tc>
                  <a:txBody>
                    <a:bodyPr/>
                    <a:lstStyle/>
                    <a:p>
                      <a:pPr algn="ctr"/>
                      <a:r>
                        <a:rPr lang="en-ID" sz="1000" b="0">
                          <a:solidFill>
                            <a:srgbClr val="2C3945"/>
                          </a:solidFill>
                        </a:rPr>
                        <a:t>13.6</a:t>
                      </a:r>
                    </a:p>
                  </a:txBody>
                  <a:tcPr marT="14111" marB="14111" anchor="ctr">
                    <a:lnL w="0"/>
                    <a:lnR w="0"/>
                    <a:lnT w="0"/>
                    <a:lnB w="0"/>
                    <a:lnTlToBr w="0"/>
                    <a:lnBlToTr w="0"/>
                    <a:solidFill>
                      <a:srgbClr val="A1B0BD"/>
                    </a:solidFill>
                  </a:tcPr>
                </a:tc>
                <a:tc>
                  <a:txBody>
                    <a:bodyPr/>
                    <a:lstStyle/>
                    <a:p>
                      <a:pPr algn="ctr"/>
                      <a:r>
                        <a:rPr lang="en-ID" sz="1000" b="1">
                          <a:solidFill>
                            <a:srgbClr val="FFFFFF"/>
                          </a:solidFill>
                        </a:rPr>
                        <a:t>22.7</a:t>
                      </a:r>
                    </a:p>
                  </a:txBody>
                  <a:tcPr marT="14111" marB="14111" anchor="ctr">
                    <a:lnL w="0"/>
                    <a:lnR w="0"/>
                    <a:lnT w="0"/>
                    <a:lnB w="0"/>
                    <a:lnTlToBr w="0"/>
                    <a:lnBlToTr w="0"/>
                    <a:solidFill>
                      <a:srgbClr val="5B7184"/>
                    </a:solidFill>
                  </a:tcPr>
                </a:tc>
                <a:tc>
                  <a:txBody>
                    <a:bodyPr/>
                    <a:lstStyle/>
                    <a:p>
                      <a:pPr algn="ctr"/>
                      <a:r>
                        <a:rPr lang="en-ID" sz="1000" b="0">
                          <a:solidFill>
                            <a:srgbClr val="2C3945"/>
                          </a:solidFill>
                        </a:rPr>
                        <a:t>13.6</a:t>
                      </a:r>
                    </a:p>
                  </a:txBody>
                  <a:tcPr marT="14111" marB="14111" anchor="ctr">
                    <a:lnL w="0"/>
                    <a:lnR w="0"/>
                    <a:lnT w="0"/>
                    <a:lnB w="0"/>
                    <a:lnTlToBr w="0"/>
                    <a:lnBlToTr w="0"/>
                    <a:solidFill>
                      <a:srgbClr val="A1B0BD"/>
                    </a:solidFill>
                  </a:tcPr>
                </a:tc>
                <a:tc>
                  <a:txBody>
                    <a:bodyPr/>
                    <a:lstStyle/>
                    <a:p>
                      <a:pPr algn="ctr"/>
                      <a:r>
                        <a:rPr lang="en-ID" sz="1000" b="0" dirty="0">
                          <a:solidFill>
                            <a:srgbClr val="2C3945"/>
                          </a:solidFill>
                        </a:rPr>
                        <a:t>9.1</a:t>
                      </a:r>
                    </a:p>
                  </a:txBody>
                  <a:tcPr marT="14111" marB="14111" anchor="ctr">
                    <a:lnL w="0"/>
                    <a:lnR w="0"/>
                    <a:lnT w="0"/>
                    <a:lnB w="0"/>
                    <a:lnTlToBr w="0"/>
                    <a:lnBlToTr w="0"/>
                    <a:solidFill>
                      <a:srgbClr val="C3CED8"/>
                    </a:solidFill>
                  </a:tcPr>
                </a:tc>
                <a:extLst>
                  <a:ext uri="{0D108BD9-81ED-4DB2-BD59-A6C34878D82A}">
                    <a16:rowId xmlns:a16="http://schemas.microsoft.com/office/drawing/2014/main" val="1285624873"/>
                  </a:ext>
                </a:extLst>
              </a:tr>
            </a:tbl>
          </a:graphicData>
        </a:graphic>
      </p:graphicFrame>
      <p:sp>
        <p:nvSpPr>
          <p:cNvPr id="11" name="TextBox 10">
            <a:extLst>
              <a:ext uri="{FF2B5EF4-FFF2-40B4-BE49-F238E27FC236}">
                <a16:creationId xmlns:a16="http://schemas.microsoft.com/office/drawing/2014/main" id="{53ABCC12-A833-4DA6-B322-E7E1D1E92B78}"/>
              </a:ext>
            </a:extLst>
          </p:cNvPr>
          <p:cNvSpPr txBox="1"/>
          <p:nvPr/>
        </p:nvSpPr>
        <p:spPr>
          <a:xfrm>
            <a:off x="4470400" y="1524000"/>
            <a:ext cx="4216400" cy="330200"/>
          </a:xfrm>
          <a:prstGeom prst="rect">
            <a:avLst/>
          </a:prstGeom>
          <a:noFill/>
        </p:spPr>
        <p:txBody>
          <a:bodyPr vertOverflow="overflow" vert="horz" wrap="square" rtlCol="0" anchor="t">
            <a:spAutoFit/>
          </a:bodyPr>
          <a:lstStyle/>
          <a:p>
            <a:pPr algn="l"/>
            <a:r>
              <a:rPr lang="en-US" sz="1000" b="1">
                <a:solidFill>
                  <a:srgbClr val="6B7C8C"/>
                </a:solidFill>
              </a:rPr>
              <a:t>PURCHASES BY DAY OF WEEK, BY COUNTRY (% OF THAT COUNTRY'S PURCHASES)</a:t>
            </a:r>
            <a:endParaRPr lang="en-ID" sz="1000" b="1">
              <a:solidFill>
                <a:srgbClr val="6B7C8C"/>
              </a:solidFill>
            </a:endParaRPr>
          </a:p>
        </p:txBody>
      </p:sp>
    </p:spTree>
    <p:extLst>
      <p:ext uri="{BB962C8B-B14F-4D97-AF65-F5344CB8AC3E}">
        <p14:creationId xmlns:p14="http://schemas.microsoft.com/office/powerpoint/2010/main" val="1969653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584775"/>
          </a:xfrm>
          <a:prstGeom prst="rect">
            <a:avLst/>
          </a:prstGeom>
          <a:noFill/>
        </p:spPr>
        <p:txBody>
          <a:bodyPr wrap="square">
            <a:spAutoFit/>
          </a:bodyPr>
          <a:lstStyle/>
          <a:p>
            <a:pPr algn="l"/>
            <a:r>
              <a:rPr lang="en-US" sz="3200" b="1" i="0" dirty="0">
                <a:solidFill>
                  <a:srgbClr val="FFFFFF"/>
                </a:solidFill>
              </a:rPr>
              <a:t>Promo Schedule by Country</a:t>
            </a: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07/09</a:t>
            </a:r>
          </a:p>
        </p:txBody>
      </p:sp>
      <p:sp>
        <p:nvSpPr>
          <p:cNvPr id="9" name="TextBox 8"/>
          <p:cNvSpPr txBox="1"/>
          <p:nvPr/>
        </p:nvSpPr>
        <p:spPr>
          <a:xfrm>
            <a:off x="457200" y="1574800"/>
            <a:ext cx="5588000" cy="276999"/>
          </a:xfrm>
          <a:prstGeom prst="rect">
            <a:avLst/>
          </a:prstGeom>
          <a:noFill/>
        </p:spPr>
        <p:txBody>
          <a:bodyPr wrap="square">
            <a:spAutoFit/>
          </a:bodyPr>
          <a:lstStyle/>
          <a:p>
            <a:pPr algn="l"/>
            <a:r>
              <a:rPr sz="1200" b="1" i="0" dirty="0">
                <a:solidFill>
                  <a:srgbClr val="6B7C8C"/>
                </a:solidFill>
              </a:rPr>
              <a:t>WEEKLY PROMO PLAN  ( ★ PEAK DAY   ● SECONDARY DAY )</a:t>
            </a:r>
          </a:p>
        </p:txBody>
      </p:sp>
      <p:sp>
        <p:nvSpPr>
          <p:cNvPr id="48" name="TextBox 47"/>
          <p:cNvSpPr txBox="1"/>
          <p:nvPr/>
        </p:nvSpPr>
        <p:spPr>
          <a:xfrm>
            <a:off x="304800" y="4368800"/>
            <a:ext cx="8382000" cy="1778000"/>
          </a:xfrm>
          <a:prstGeom prst="rect">
            <a:avLst/>
          </a:prstGeom>
          <a:noFill/>
        </p:spPr>
        <p:txBody>
          <a:bodyPr wrap="square">
            <a:noAutofit/>
          </a:bodyPr>
          <a:lstStyle/>
          <a:p>
            <a:pPr algn="l"/>
            <a:r>
              <a:rPr sz="1400" b="1" i="1" dirty="0"/>
              <a:t>Remarks: </a:t>
            </a:r>
            <a:r>
              <a:rPr sz="1400" b="0" i="1" dirty="0"/>
              <a:t>the grid translates each market's purchase mix into its own promo week. Friday is the peak day for five of the eight markets (ID, PH, MY, VN, TH) and is the single strongest slot in the deck for VN. US and SG sit apart with a Sunday peak, and AU peaks midweek on Wednesday.</a:t>
            </a:r>
          </a:p>
          <a:p>
            <a:pPr algn="l">
              <a:spcBef>
                <a:spcPts val="300"/>
              </a:spcBef>
            </a:pPr>
            <a:r>
              <a:rPr sz="1400" b="0" i="1" dirty="0"/>
              <a:t>Secondary days mostly sit next to the peak, so each market has a two- to three-day window rather than a single day. ID is the flattest market — Wednesday to Friday are within one point of each other — while VN and AU are the most concentrated.</a:t>
            </a:r>
          </a:p>
        </p:txBody>
      </p:sp>
      <p:graphicFrame>
        <p:nvGraphicFramePr>
          <p:cNvPr id="11" name="Table 10">
            <a:extLst>
              <a:ext uri="{FF2B5EF4-FFF2-40B4-BE49-F238E27FC236}">
                <a16:creationId xmlns:a16="http://schemas.microsoft.com/office/drawing/2014/main" id="{8D4BD0B5-D265-43D2-99C0-0D2043344CDF}"/>
              </a:ext>
            </a:extLst>
          </p:cNvPr>
          <p:cNvGraphicFramePr>
            <a:graphicFrameLocks noGrp="1"/>
          </p:cNvGraphicFramePr>
          <p:nvPr/>
        </p:nvGraphicFramePr>
        <p:xfrm>
          <a:off x="457200" y="1879600"/>
          <a:ext cx="8228330" cy="2286000"/>
        </p:xfrm>
        <a:graphic>
          <a:graphicData uri="http://schemas.openxmlformats.org/drawingml/2006/table">
            <a:tbl>
              <a:tblPr/>
              <a:tblGrid>
                <a:gridCol w="965200">
                  <a:extLst>
                    <a:ext uri="{9D8B030D-6E8A-4147-A177-3AD203B41FA5}">
                      <a16:colId xmlns:a16="http://schemas.microsoft.com/office/drawing/2014/main" val="721879200"/>
                    </a:ext>
                  </a:extLst>
                </a:gridCol>
                <a:gridCol w="1037590">
                  <a:extLst>
                    <a:ext uri="{9D8B030D-6E8A-4147-A177-3AD203B41FA5}">
                      <a16:colId xmlns:a16="http://schemas.microsoft.com/office/drawing/2014/main" val="835400102"/>
                    </a:ext>
                  </a:extLst>
                </a:gridCol>
                <a:gridCol w="1037590">
                  <a:extLst>
                    <a:ext uri="{9D8B030D-6E8A-4147-A177-3AD203B41FA5}">
                      <a16:colId xmlns:a16="http://schemas.microsoft.com/office/drawing/2014/main" val="3487042894"/>
                    </a:ext>
                  </a:extLst>
                </a:gridCol>
                <a:gridCol w="1037590">
                  <a:extLst>
                    <a:ext uri="{9D8B030D-6E8A-4147-A177-3AD203B41FA5}">
                      <a16:colId xmlns:a16="http://schemas.microsoft.com/office/drawing/2014/main" val="338235740"/>
                    </a:ext>
                  </a:extLst>
                </a:gridCol>
                <a:gridCol w="1037590">
                  <a:extLst>
                    <a:ext uri="{9D8B030D-6E8A-4147-A177-3AD203B41FA5}">
                      <a16:colId xmlns:a16="http://schemas.microsoft.com/office/drawing/2014/main" val="2387179748"/>
                    </a:ext>
                  </a:extLst>
                </a:gridCol>
                <a:gridCol w="1037590">
                  <a:extLst>
                    <a:ext uri="{9D8B030D-6E8A-4147-A177-3AD203B41FA5}">
                      <a16:colId xmlns:a16="http://schemas.microsoft.com/office/drawing/2014/main" val="3910056893"/>
                    </a:ext>
                  </a:extLst>
                </a:gridCol>
                <a:gridCol w="1037590">
                  <a:extLst>
                    <a:ext uri="{9D8B030D-6E8A-4147-A177-3AD203B41FA5}">
                      <a16:colId xmlns:a16="http://schemas.microsoft.com/office/drawing/2014/main" val="2024435188"/>
                    </a:ext>
                  </a:extLst>
                </a:gridCol>
                <a:gridCol w="1037590">
                  <a:extLst>
                    <a:ext uri="{9D8B030D-6E8A-4147-A177-3AD203B41FA5}">
                      <a16:colId xmlns:a16="http://schemas.microsoft.com/office/drawing/2014/main" val="4289039711"/>
                    </a:ext>
                  </a:extLst>
                </a:gridCol>
              </a:tblGrid>
              <a:tr h="254000">
                <a:tc>
                  <a:txBody>
                    <a:bodyPr/>
                    <a:lstStyle/>
                    <a:p>
                      <a:pPr algn="l"/>
                      <a:r>
                        <a:rPr lang="en-ID" sz="1100" b="1" dirty="0">
                          <a:solidFill>
                            <a:srgbClr val="FFFFFF"/>
                          </a:solidFill>
                        </a:rPr>
                        <a:t>Country</a:t>
                      </a:r>
                    </a:p>
                  </a:txBody>
                  <a:tcPr marT="0" marB="0" anchor="ctr">
                    <a:lnL w="0"/>
                    <a:lnR w="0"/>
                    <a:lnT w="0"/>
                    <a:lnB w="0"/>
                    <a:lnTlToBr w="0"/>
                    <a:lnBlToTr w="0"/>
                    <a:solidFill>
                      <a:srgbClr val="14324B"/>
                    </a:solidFill>
                  </a:tcPr>
                </a:tc>
                <a:tc>
                  <a:txBody>
                    <a:bodyPr/>
                    <a:lstStyle/>
                    <a:p>
                      <a:pPr algn="ctr"/>
                      <a:r>
                        <a:rPr lang="en-ID" sz="1100" b="1">
                          <a:solidFill>
                            <a:srgbClr val="FFFFFF"/>
                          </a:solidFill>
                        </a:rPr>
                        <a:t>Mon</a:t>
                      </a:r>
                    </a:p>
                  </a:txBody>
                  <a:tcPr marT="0" marB="0" anchor="ctr">
                    <a:lnL w="0"/>
                    <a:lnR w="0"/>
                    <a:lnT w="0"/>
                    <a:lnB w="0"/>
                    <a:lnTlToBr w="0"/>
                    <a:lnBlToTr w="0"/>
                    <a:solidFill>
                      <a:srgbClr val="14324B"/>
                    </a:solidFill>
                  </a:tcPr>
                </a:tc>
                <a:tc>
                  <a:txBody>
                    <a:bodyPr/>
                    <a:lstStyle/>
                    <a:p>
                      <a:pPr algn="ctr"/>
                      <a:r>
                        <a:rPr lang="en-ID" sz="1100" b="1">
                          <a:solidFill>
                            <a:srgbClr val="FFFFFF"/>
                          </a:solidFill>
                        </a:rPr>
                        <a:t>Tue</a:t>
                      </a:r>
                    </a:p>
                  </a:txBody>
                  <a:tcPr marT="0" marB="0" anchor="ctr">
                    <a:lnL w="0"/>
                    <a:lnR w="0"/>
                    <a:lnT w="0"/>
                    <a:lnB w="0"/>
                    <a:lnTlToBr w="0"/>
                    <a:lnBlToTr w="0"/>
                    <a:solidFill>
                      <a:srgbClr val="14324B"/>
                    </a:solidFill>
                  </a:tcPr>
                </a:tc>
                <a:tc>
                  <a:txBody>
                    <a:bodyPr/>
                    <a:lstStyle/>
                    <a:p>
                      <a:pPr algn="ctr"/>
                      <a:r>
                        <a:rPr lang="en-ID" sz="1100" b="1">
                          <a:solidFill>
                            <a:srgbClr val="FFFFFF"/>
                          </a:solidFill>
                        </a:rPr>
                        <a:t>Wed</a:t>
                      </a:r>
                    </a:p>
                  </a:txBody>
                  <a:tcPr marT="0" marB="0" anchor="ctr">
                    <a:lnL w="0"/>
                    <a:lnR w="0"/>
                    <a:lnT w="0"/>
                    <a:lnB w="0"/>
                    <a:lnTlToBr w="0"/>
                    <a:lnBlToTr w="0"/>
                    <a:solidFill>
                      <a:srgbClr val="14324B"/>
                    </a:solidFill>
                  </a:tcPr>
                </a:tc>
                <a:tc>
                  <a:txBody>
                    <a:bodyPr/>
                    <a:lstStyle/>
                    <a:p>
                      <a:pPr algn="ctr"/>
                      <a:r>
                        <a:rPr lang="en-ID" sz="1100" b="1">
                          <a:solidFill>
                            <a:srgbClr val="FFFFFF"/>
                          </a:solidFill>
                        </a:rPr>
                        <a:t>Thu</a:t>
                      </a:r>
                    </a:p>
                  </a:txBody>
                  <a:tcPr marT="0" marB="0" anchor="ctr">
                    <a:lnL w="0"/>
                    <a:lnR w="0"/>
                    <a:lnT w="0"/>
                    <a:lnB w="0"/>
                    <a:lnTlToBr w="0"/>
                    <a:lnBlToTr w="0"/>
                    <a:solidFill>
                      <a:srgbClr val="14324B"/>
                    </a:solidFill>
                  </a:tcPr>
                </a:tc>
                <a:tc>
                  <a:txBody>
                    <a:bodyPr/>
                    <a:lstStyle/>
                    <a:p>
                      <a:pPr algn="ctr"/>
                      <a:r>
                        <a:rPr lang="en-ID" sz="1100" b="1">
                          <a:solidFill>
                            <a:srgbClr val="FFFFFF"/>
                          </a:solidFill>
                        </a:rPr>
                        <a:t>Fri</a:t>
                      </a:r>
                    </a:p>
                  </a:txBody>
                  <a:tcPr marT="0" marB="0" anchor="ctr">
                    <a:lnL w="0"/>
                    <a:lnR w="0"/>
                    <a:lnT w="0"/>
                    <a:lnB w="0"/>
                    <a:lnTlToBr w="0"/>
                    <a:lnBlToTr w="0"/>
                    <a:solidFill>
                      <a:srgbClr val="14324B"/>
                    </a:solidFill>
                  </a:tcPr>
                </a:tc>
                <a:tc>
                  <a:txBody>
                    <a:bodyPr/>
                    <a:lstStyle/>
                    <a:p>
                      <a:pPr algn="ctr"/>
                      <a:r>
                        <a:rPr lang="en-ID" sz="1100" b="1">
                          <a:solidFill>
                            <a:srgbClr val="FFFFFF"/>
                          </a:solidFill>
                        </a:rPr>
                        <a:t>Sat</a:t>
                      </a:r>
                    </a:p>
                  </a:txBody>
                  <a:tcPr marT="0" marB="0" anchor="ctr">
                    <a:lnL w="0"/>
                    <a:lnR w="0"/>
                    <a:lnT w="0"/>
                    <a:lnB w="0"/>
                    <a:lnTlToBr w="0"/>
                    <a:lnBlToTr w="0"/>
                    <a:solidFill>
                      <a:srgbClr val="14324B"/>
                    </a:solidFill>
                  </a:tcPr>
                </a:tc>
                <a:tc>
                  <a:txBody>
                    <a:bodyPr/>
                    <a:lstStyle/>
                    <a:p>
                      <a:pPr algn="ctr"/>
                      <a:r>
                        <a:rPr lang="en-ID" sz="1100" b="1">
                          <a:solidFill>
                            <a:srgbClr val="FFFFFF"/>
                          </a:solidFill>
                        </a:rPr>
                        <a:t>Sun</a:t>
                      </a:r>
                    </a:p>
                  </a:txBody>
                  <a:tcPr marT="0" marB="0" anchor="ctr">
                    <a:lnL w="0"/>
                    <a:lnR w="0"/>
                    <a:lnT w="0"/>
                    <a:lnB w="0"/>
                    <a:lnTlToBr w="0"/>
                    <a:lnBlToTr w="0"/>
                    <a:solidFill>
                      <a:srgbClr val="14324B"/>
                    </a:solidFill>
                  </a:tcPr>
                </a:tc>
                <a:extLst>
                  <a:ext uri="{0D108BD9-81ED-4DB2-BD59-A6C34878D82A}">
                    <a16:rowId xmlns:a16="http://schemas.microsoft.com/office/drawing/2014/main" val="3605892724"/>
                  </a:ext>
                </a:extLst>
              </a:tr>
              <a:tr h="254000">
                <a:tc>
                  <a:txBody>
                    <a:bodyPr/>
                    <a:lstStyle/>
                    <a:p>
                      <a:pPr algn="l"/>
                      <a:r>
                        <a:rPr lang="en-ID" sz="1200" b="1">
                          <a:solidFill>
                            <a:srgbClr val="2C3945"/>
                          </a:solidFill>
                        </a:rPr>
                        <a:t>ID</a:t>
                      </a: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extLst>
                  <a:ext uri="{0D108BD9-81ED-4DB2-BD59-A6C34878D82A}">
                    <a16:rowId xmlns:a16="http://schemas.microsoft.com/office/drawing/2014/main" val="3030448993"/>
                  </a:ext>
                </a:extLst>
              </a:tr>
              <a:tr h="254000">
                <a:tc>
                  <a:txBody>
                    <a:bodyPr/>
                    <a:lstStyle/>
                    <a:p>
                      <a:pPr algn="l"/>
                      <a:r>
                        <a:rPr lang="en-ID" sz="1200" b="1">
                          <a:solidFill>
                            <a:srgbClr val="2C3945"/>
                          </a:solidFill>
                        </a:rPr>
                        <a:t>US</a:t>
                      </a: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extLst>
                  <a:ext uri="{0D108BD9-81ED-4DB2-BD59-A6C34878D82A}">
                    <a16:rowId xmlns:a16="http://schemas.microsoft.com/office/drawing/2014/main" val="4246612104"/>
                  </a:ext>
                </a:extLst>
              </a:tr>
              <a:tr h="254000">
                <a:tc>
                  <a:txBody>
                    <a:bodyPr/>
                    <a:lstStyle/>
                    <a:p>
                      <a:pPr algn="l"/>
                      <a:r>
                        <a:rPr lang="en-ID" sz="1200" b="1">
                          <a:solidFill>
                            <a:srgbClr val="2C3945"/>
                          </a:solidFill>
                        </a:rPr>
                        <a:t>PH</a:t>
                      </a: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extLst>
                  <a:ext uri="{0D108BD9-81ED-4DB2-BD59-A6C34878D82A}">
                    <a16:rowId xmlns:a16="http://schemas.microsoft.com/office/drawing/2014/main" val="4111313826"/>
                  </a:ext>
                </a:extLst>
              </a:tr>
              <a:tr h="254000">
                <a:tc>
                  <a:txBody>
                    <a:bodyPr/>
                    <a:lstStyle/>
                    <a:p>
                      <a:pPr algn="l"/>
                      <a:r>
                        <a:rPr lang="en-ID" sz="1200" b="1">
                          <a:solidFill>
                            <a:srgbClr val="2C3945"/>
                          </a:solidFill>
                        </a:rPr>
                        <a:t>MY</a:t>
                      </a: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extLst>
                  <a:ext uri="{0D108BD9-81ED-4DB2-BD59-A6C34878D82A}">
                    <a16:rowId xmlns:a16="http://schemas.microsoft.com/office/drawing/2014/main" val="4132123154"/>
                  </a:ext>
                </a:extLst>
              </a:tr>
              <a:tr h="254000">
                <a:tc>
                  <a:txBody>
                    <a:bodyPr/>
                    <a:lstStyle/>
                    <a:p>
                      <a:pPr algn="l"/>
                      <a:r>
                        <a:rPr lang="en-ID" sz="1200" b="1">
                          <a:solidFill>
                            <a:srgbClr val="2C3945"/>
                          </a:solidFill>
                        </a:rPr>
                        <a:t>VN</a:t>
                      </a: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extLst>
                  <a:ext uri="{0D108BD9-81ED-4DB2-BD59-A6C34878D82A}">
                    <a16:rowId xmlns:a16="http://schemas.microsoft.com/office/drawing/2014/main" val="1917826711"/>
                  </a:ext>
                </a:extLst>
              </a:tr>
              <a:tr h="254000">
                <a:tc>
                  <a:txBody>
                    <a:bodyPr/>
                    <a:lstStyle/>
                    <a:p>
                      <a:pPr algn="l"/>
                      <a:r>
                        <a:rPr lang="en-ID" sz="1200" b="1">
                          <a:solidFill>
                            <a:srgbClr val="2C3945"/>
                          </a:solidFill>
                        </a:rPr>
                        <a:t>SG</a:t>
                      </a: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extLst>
                  <a:ext uri="{0D108BD9-81ED-4DB2-BD59-A6C34878D82A}">
                    <a16:rowId xmlns:a16="http://schemas.microsoft.com/office/drawing/2014/main" val="1114350039"/>
                  </a:ext>
                </a:extLst>
              </a:tr>
              <a:tr h="254000">
                <a:tc>
                  <a:txBody>
                    <a:bodyPr/>
                    <a:lstStyle/>
                    <a:p>
                      <a:pPr algn="l"/>
                      <a:r>
                        <a:rPr lang="en-ID" sz="1200" b="1">
                          <a:solidFill>
                            <a:srgbClr val="2C3945"/>
                          </a:solidFill>
                        </a:rPr>
                        <a:t>TH</a:t>
                      </a: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tc>
                  <a:txBody>
                    <a:bodyPr/>
                    <a:lstStyle/>
                    <a:p>
                      <a:pPr algn="ctr"/>
                      <a:endParaRPr lang="en-ID" sz="1300" b="0">
                        <a:solidFill>
                          <a:srgbClr val="C9772F"/>
                        </a:solidFill>
                      </a:endParaRPr>
                    </a:p>
                  </a:txBody>
                  <a:tcPr marT="0" marB="0" anchor="ctr">
                    <a:lnL w="0"/>
                    <a:lnR w="0"/>
                    <a:lnT w="0"/>
                    <a:lnB w="0"/>
                    <a:lnTlToBr w="0"/>
                    <a:lnBlToTr w="0"/>
                    <a:solidFill>
                      <a:srgbClr val="FFFFFF"/>
                    </a:solidFill>
                  </a:tcPr>
                </a:tc>
                <a:tc>
                  <a:txBody>
                    <a:bodyPr/>
                    <a:lstStyle/>
                    <a:p>
                      <a:pPr algn="ctr"/>
                      <a:r>
                        <a:rPr lang="en-ID" sz="1300" b="0">
                          <a:solidFill>
                            <a:srgbClr val="C9772F"/>
                          </a:solidFill>
                        </a:rPr>
                        <a:t>●</a:t>
                      </a:r>
                    </a:p>
                  </a:txBody>
                  <a:tcPr marT="0" marB="0" anchor="ctr">
                    <a:lnL w="0"/>
                    <a:lnR w="0"/>
                    <a:lnT w="0"/>
                    <a:lnB w="0"/>
                    <a:lnTlToBr w="0"/>
                    <a:lnBlToTr w="0"/>
                    <a:solidFill>
                      <a:srgbClr val="FFFFFF"/>
                    </a:solidFill>
                  </a:tcPr>
                </a:tc>
                <a:extLst>
                  <a:ext uri="{0D108BD9-81ED-4DB2-BD59-A6C34878D82A}">
                    <a16:rowId xmlns:a16="http://schemas.microsoft.com/office/drawing/2014/main" val="2442242448"/>
                  </a:ext>
                </a:extLst>
              </a:tr>
              <a:tr h="254000">
                <a:tc>
                  <a:txBody>
                    <a:bodyPr/>
                    <a:lstStyle/>
                    <a:p>
                      <a:pPr algn="l"/>
                      <a:r>
                        <a:rPr lang="en-ID" sz="1200" b="1">
                          <a:solidFill>
                            <a:srgbClr val="2C3945"/>
                          </a:solidFill>
                        </a:rPr>
                        <a:t>AU</a:t>
                      </a: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tc>
                  <a:txBody>
                    <a:bodyPr/>
                    <a:lstStyle/>
                    <a:p>
                      <a:pPr algn="ctr"/>
                      <a:r>
                        <a:rPr lang="en-ID" sz="1300" b="0">
                          <a:solidFill>
                            <a:srgbClr val="C9772F"/>
                          </a:solidFill>
                        </a:rPr>
                        <a:t>●</a:t>
                      </a:r>
                    </a:p>
                  </a:txBody>
                  <a:tcPr marT="0" marB="0" anchor="ctr">
                    <a:lnL w="0"/>
                    <a:lnR w="0"/>
                    <a:lnT w="0"/>
                    <a:lnB w="0"/>
                    <a:lnTlToBr w="0"/>
                    <a:lnBlToTr w="0"/>
                    <a:solidFill>
                      <a:srgbClr val="F4F6F8"/>
                    </a:solidFill>
                  </a:tcPr>
                </a:tc>
                <a:tc>
                  <a:txBody>
                    <a:bodyPr/>
                    <a:lstStyle/>
                    <a:p>
                      <a:pPr algn="ctr"/>
                      <a:endParaRPr lang="en-ID" sz="1300" b="0">
                        <a:solidFill>
                          <a:srgbClr val="C9772F"/>
                        </a:solidFill>
                      </a:endParaRPr>
                    </a:p>
                  </a:txBody>
                  <a:tcPr marT="0" marB="0" anchor="ctr">
                    <a:lnL w="0"/>
                    <a:lnR w="0"/>
                    <a:lnT w="0"/>
                    <a:lnB w="0"/>
                    <a:lnTlToBr w="0"/>
                    <a:lnBlToTr w="0"/>
                    <a:solidFill>
                      <a:srgbClr val="F4F6F8"/>
                    </a:solidFill>
                  </a:tcPr>
                </a:tc>
                <a:tc>
                  <a:txBody>
                    <a:bodyPr/>
                    <a:lstStyle/>
                    <a:p>
                      <a:pPr algn="ctr"/>
                      <a:endParaRPr lang="en-ID" sz="1300" b="0" dirty="0">
                        <a:solidFill>
                          <a:srgbClr val="C9772F"/>
                        </a:solidFill>
                      </a:endParaRPr>
                    </a:p>
                  </a:txBody>
                  <a:tcPr marT="0" marB="0" anchor="ctr">
                    <a:lnL w="0"/>
                    <a:lnR w="0"/>
                    <a:lnT w="0"/>
                    <a:lnB w="0"/>
                    <a:lnTlToBr w="0"/>
                    <a:lnBlToTr w="0"/>
                    <a:solidFill>
                      <a:srgbClr val="F4F6F8"/>
                    </a:solidFill>
                  </a:tcPr>
                </a:tc>
                <a:extLst>
                  <a:ext uri="{0D108BD9-81ED-4DB2-BD59-A6C34878D82A}">
                    <a16:rowId xmlns:a16="http://schemas.microsoft.com/office/drawing/2014/main" val="610500811"/>
                  </a:ext>
                </a:extLst>
              </a:tr>
            </a:tbl>
          </a:graphicData>
        </a:graphic>
      </p:graphicFrame>
      <p:sp>
        <p:nvSpPr>
          <p:cNvPr id="10" name="Rectangle 9">
            <a:extLst>
              <a:ext uri="{FF2B5EF4-FFF2-40B4-BE49-F238E27FC236}">
                <a16:creationId xmlns:a16="http://schemas.microsoft.com/office/drawing/2014/main" id="{FE715E57-ECCE-5247-240A-8D4454123175}"/>
              </a:ext>
            </a:extLst>
          </p:cNvPr>
          <p:cNvSpPr/>
          <p:nvPr/>
        </p:nvSpPr>
        <p:spPr>
          <a:xfrm>
            <a:off x="5598160" y="2146439"/>
            <a:ext cx="958088" cy="2019161"/>
          </a:xfrm>
          <a:prstGeom prst="rect">
            <a:avLst/>
          </a:prstGeom>
          <a:noFill/>
          <a:ln w="38100">
            <a:solidFill>
              <a:schemeClr val="accent3"/>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D" dirty="0">
              <a:highlight>
                <a:srgbClr val="FF0000"/>
              </a:highlight>
            </a:endParaRPr>
          </a:p>
        </p:txBody>
      </p:sp>
    </p:spTree>
    <p:extLst>
      <p:ext uri="{BB962C8B-B14F-4D97-AF65-F5344CB8AC3E}">
        <p14:creationId xmlns:p14="http://schemas.microsoft.com/office/powerpoint/2010/main" val="1411135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493776"/>
          </a:xfrm>
          <a:prstGeom prst="rect">
            <a:avLst/>
          </a:prstGeom>
          <a:noFill/>
        </p:spPr>
        <p:txBody>
          <a:bodyPr wrap="square">
            <a:spAutoFit/>
          </a:bodyPr>
          <a:lstStyle/>
          <a:p>
            <a:pPr algn="l"/>
            <a:r>
              <a:rPr sz="3200" b="1" i="0">
                <a:solidFill>
                  <a:srgbClr val="FFFFFF"/>
                </a:solidFill>
              </a:rPr>
              <a:t>Behavior: Added to Cart but Never Purchased</a:t>
            </a: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08/09</a:t>
            </a:r>
          </a:p>
        </p:txBody>
      </p:sp>
      <p:sp>
        <p:nvSpPr>
          <p:cNvPr id="9" name="TextBox 8"/>
          <p:cNvSpPr txBox="1"/>
          <p:nvPr/>
        </p:nvSpPr>
        <p:spPr>
          <a:xfrm>
            <a:off x="457200" y="1417320"/>
            <a:ext cx="4023360" cy="256032"/>
          </a:xfrm>
          <a:prstGeom prst="rect">
            <a:avLst/>
          </a:prstGeom>
          <a:noFill/>
        </p:spPr>
        <p:txBody>
          <a:bodyPr wrap="square">
            <a:spAutoFit/>
          </a:bodyPr>
          <a:lstStyle/>
          <a:p>
            <a:pPr algn="l"/>
            <a:r>
              <a:rPr sz="1400" b="1" i="0">
                <a:solidFill>
                  <a:srgbClr val="6B7C8C"/>
                </a:solidFill>
              </a:rPr>
              <a:t>ADD-TO-CART USERS: OUTCOME</a:t>
            </a:r>
          </a:p>
        </p:txBody>
      </p:sp>
      <p:graphicFrame>
        <p:nvGraphicFramePr>
          <p:cNvPr id="10" name="Chart 9"/>
          <p:cNvGraphicFramePr>
            <a:graphicFrameLocks noGrp="1"/>
          </p:cNvGraphicFramePr>
          <p:nvPr>
            <p:extLst>
              <p:ext uri="{D42A27DB-BD31-4B8C-83A1-F6EECF244321}">
                <p14:modId xmlns:p14="http://schemas.microsoft.com/office/powerpoint/2010/main" val="1375655721"/>
              </p:ext>
            </p:extLst>
          </p:nvPr>
        </p:nvGraphicFramePr>
        <p:xfrm>
          <a:off x="457200" y="1739900"/>
          <a:ext cx="4023360" cy="24892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5212080" y="1417320"/>
            <a:ext cx="3474720" cy="256032"/>
          </a:xfrm>
          <a:prstGeom prst="rect">
            <a:avLst/>
          </a:prstGeom>
          <a:noFill/>
        </p:spPr>
        <p:txBody>
          <a:bodyPr wrap="square">
            <a:spAutoFit/>
          </a:bodyPr>
          <a:lstStyle/>
          <a:p>
            <a:pPr algn="l"/>
            <a:r>
              <a:rPr sz="1400" b="1" i="0">
                <a:solidFill>
                  <a:srgbClr val="6B7C8C"/>
                </a:solidFill>
              </a:rPr>
              <a:t>MOST-ABANDONED PRODUCTS</a:t>
            </a:r>
          </a:p>
        </p:txBody>
      </p:sp>
      <p:sp>
        <p:nvSpPr>
          <p:cNvPr id="12" name="Rectangle 11"/>
          <p:cNvSpPr/>
          <p:nvPr/>
        </p:nvSpPr>
        <p:spPr>
          <a:xfrm>
            <a:off x="5212080" y="1737360"/>
            <a:ext cx="1737360" cy="292608"/>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94960" y="1737360"/>
            <a:ext cx="1554480" cy="292608"/>
          </a:xfrm>
          <a:prstGeom prst="rect">
            <a:avLst/>
          </a:prstGeom>
          <a:noFill/>
        </p:spPr>
        <p:txBody>
          <a:bodyPr wrap="square">
            <a:spAutoFit/>
          </a:bodyPr>
          <a:lstStyle/>
          <a:p>
            <a:pPr algn="l"/>
            <a:r>
              <a:rPr sz="1300" b="1" i="0">
                <a:solidFill>
                  <a:srgbClr val="FFFFFF"/>
                </a:solidFill>
              </a:rPr>
              <a:t>Product</a:t>
            </a:r>
          </a:p>
        </p:txBody>
      </p:sp>
      <p:sp>
        <p:nvSpPr>
          <p:cNvPr id="14" name="Rectangle 13"/>
          <p:cNvSpPr/>
          <p:nvPr/>
        </p:nvSpPr>
        <p:spPr>
          <a:xfrm>
            <a:off x="6949440" y="1737360"/>
            <a:ext cx="1737360" cy="292608"/>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0" y="1737360"/>
            <a:ext cx="1737360" cy="292608"/>
          </a:xfrm>
          <a:prstGeom prst="rect">
            <a:avLst/>
          </a:prstGeom>
          <a:noFill/>
        </p:spPr>
        <p:txBody>
          <a:bodyPr wrap="square">
            <a:spAutoFit/>
          </a:bodyPr>
          <a:lstStyle/>
          <a:p>
            <a:pPr algn="ctr"/>
            <a:r>
              <a:rPr sz="1300" b="1" i="0">
                <a:solidFill>
                  <a:srgbClr val="FFFFFF"/>
                </a:solidFill>
              </a:rPr>
              <a:t>Abandoned count</a:t>
            </a:r>
          </a:p>
        </p:txBody>
      </p:sp>
      <p:sp>
        <p:nvSpPr>
          <p:cNvPr id="16" name="Rectangle 15"/>
          <p:cNvSpPr/>
          <p:nvPr/>
        </p:nvSpPr>
        <p:spPr>
          <a:xfrm>
            <a:off x="5212080" y="2029967"/>
            <a:ext cx="1737360" cy="320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94960" y="2029967"/>
            <a:ext cx="1554480" cy="320040"/>
          </a:xfrm>
          <a:prstGeom prst="rect">
            <a:avLst/>
          </a:prstGeom>
          <a:noFill/>
        </p:spPr>
        <p:txBody>
          <a:bodyPr wrap="square">
            <a:spAutoFit/>
          </a:bodyPr>
          <a:lstStyle/>
          <a:p>
            <a:pPr algn="l"/>
            <a:r>
              <a:rPr sz="1400" b="1" i="0">
                <a:solidFill>
                  <a:srgbClr val="14324B"/>
                </a:solidFill>
              </a:rPr>
              <a:t>P1097</a:t>
            </a:r>
          </a:p>
        </p:txBody>
      </p:sp>
      <p:sp>
        <p:nvSpPr>
          <p:cNvPr id="18" name="Rectangle 17"/>
          <p:cNvSpPr/>
          <p:nvPr/>
        </p:nvSpPr>
        <p:spPr>
          <a:xfrm>
            <a:off x="6949440" y="2029967"/>
            <a:ext cx="1737360" cy="320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0" y="2029967"/>
            <a:ext cx="1737360" cy="320040"/>
          </a:xfrm>
          <a:prstGeom prst="rect">
            <a:avLst/>
          </a:prstGeom>
          <a:noFill/>
        </p:spPr>
        <p:txBody>
          <a:bodyPr wrap="square">
            <a:spAutoFit/>
          </a:bodyPr>
          <a:lstStyle/>
          <a:p>
            <a:pPr algn="ctr"/>
            <a:r>
              <a:rPr sz="1400" b="0" i="0">
                <a:solidFill>
                  <a:srgbClr val="2C3945"/>
                </a:solidFill>
              </a:rPr>
              <a:t>7</a:t>
            </a:r>
          </a:p>
        </p:txBody>
      </p:sp>
      <p:sp>
        <p:nvSpPr>
          <p:cNvPr id="20" name="Rectangle 19"/>
          <p:cNvSpPr/>
          <p:nvPr/>
        </p:nvSpPr>
        <p:spPr>
          <a:xfrm>
            <a:off x="5212080" y="2350008"/>
            <a:ext cx="1737360" cy="3200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94960" y="2350008"/>
            <a:ext cx="1554480" cy="320040"/>
          </a:xfrm>
          <a:prstGeom prst="rect">
            <a:avLst/>
          </a:prstGeom>
          <a:noFill/>
        </p:spPr>
        <p:txBody>
          <a:bodyPr wrap="square">
            <a:spAutoFit/>
          </a:bodyPr>
          <a:lstStyle/>
          <a:p>
            <a:pPr algn="l"/>
            <a:r>
              <a:rPr sz="1400" b="1" i="0">
                <a:solidFill>
                  <a:srgbClr val="14324B"/>
                </a:solidFill>
              </a:rPr>
              <a:t>P1434</a:t>
            </a:r>
          </a:p>
        </p:txBody>
      </p:sp>
      <p:sp>
        <p:nvSpPr>
          <p:cNvPr id="22" name="Rectangle 21"/>
          <p:cNvSpPr/>
          <p:nvPr/>
        </p:nvSpPr>
        <p:spPr>
          <a:xfrm>
            <a:off x="6949440" y="2350008"/>
            <a:ext cx="1737360" cy="3200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49440" y="2350008"/>
            <a:ext cx="1737360" cy="320040"/>
          </a:xfrm>
          <a:prstGeom prst="rect">
            <a:avLst/>
          </a:prstGeom>
          <a:noFill/>
        </p:spPr>
        <p:txBody>
          <a:bodyPr wrap="square">
            <a:spAutoFit/>
          </a:bodyPr>
          <a:lstStyle/>
          <a:p>
            <a:pPr algn="ctr"/>
            <a:r>
              <a:rPr sz="1400" b="0" i="0">
                <a:solidFill>
                  <a:srgbClr val="2C3945"/>
                </a:solidFill>
              </a:rPr>
              <a:t>6</a:t>
            </a:r>
          </a:p>
        </p:txBody>
      </p:sp>
      <p:sp>
        <p:nvSpPr>
          <p:cNvPr id="24" name="Rectangle 23"/>
          <p:cNvSpPr/>
          <p:nvPr/>
        </p:nvSpPr>
        <p:spPr>
          <a:xfrm>
            <a:off x="5212080" y="2670048"/>
            <a:ext cx="1737360" cy="320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94960" y="2670048"/>
            <a:ext cx="1554480" cy="320040"/>
          </a:xfrm>
          <a:prstGeom prst="rect">
            <a:avLst/>
          </a:prstGeom>
          <a:noFill/>
        </p:spPr>
        <p:txBody>
          <a:bodyPr wrap="square">
            <a:spAutoFit/>
          </a:bodyPr>
          <a:lstStyle/>
          <a:p>
            <a:pPr algn="l"/>
            <a:r>
              <a:rPr sz="1400" b="1" i="0">
                <a:solidFill>
                  <a:srgbClr val="14324B"/>
                </a:solidFill>
              </a:rPr>
              <a:t>P1339</a:t>
            </a:r>
          </a:p>
        </p:txBody>
      </p:sp>
      <p:sp>
        <p:nvSpPr>
          <p:cNvPr id="26" name="Rectangle 25"/>
          <p:cNvSpPr/>
          <p:nvPr/>
        </p:nvSpPr>
        <p:spPr>
          <a:xfrm>
            <a:off x="6949440" y="2670048"/>
            <a:ext cx="1737360" cy="320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49440" y="2670048"/>
            <a:ext cx="1737360" cy="320040"/>
          </a:xfrm>
          <a:prstGeom prst="rect">
            <a:avLst/>
          </a:prstGeom>
          <a:noFill/>
        </p:spPr>
        <p:txBody>
          <a:bodyPr wrap="square">
            <a:spAutoFit/>
          </a:bodyPr>
          <a:lstStyle/>
          <a:p>
            <a:pPr algn="ctr"/>
            <a:r>
              <a:rPr sz="1400" b="0" i="0">
                <a:solidFill>
                  <a:srgbClr val="2C3945"/>
                </a:solidFill>
              </a:rPr>
              <a:t>6</a:t>
            </a:r>
          </a:p>
        </p:txBody>
      </p:sp>
      <p:sp>
        <p:nvSpPr>
          <p:cNvPr id="28" name="Rectangle 27"/>
          <p:cNvSpPr/>
          <p:nvPr/>
        </p:nvSpPr>
        <p:spPr>
          <a:xfrm>
            <a:off x="5212080" y="2990088"/>
            <a:ext cx="1737360" cy="3200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94960" y="2990088"/>
            <a:ext cx="1554480" cy="320040"/>
          </a:xfrm>
          <a:prstGeom prst="rect">
            <a:avLst/>
          </a:prstGeom>
          <a:noFill/>
        </p:spPr>
        <p:txBody>
          <a:bodyPr wrap="square">
            <a:spAutoFit/>
          </a:bodyPr>
          <a:lstStyle/>
          <a:p>
            <a:pPr algn="l"/>
            <a:r>
              <a:rPr sz="1400" b="1" i="0">
                <a:solidFill>
                  <a:srgbClr val="14324B"/>
                </a:solidFill>
              </a:rPr>
              <a:t>P1287</a:t>
            </a:r>
          </a:p>
        </p:txBody>
      </p:sp>
      <p:sp>
        <p:nvSpPr>
          <p:cNvPr id="30" name="Rectangle 29"/>
          <p:cNvSpPr/>
          <p:nvPr/>
        </p:nvSpPr>
        <p:spPr>
          <a:xfrm>
            <a:off x="6949440" y="2990088"/>
            <a:ext cx="1737360" cy="3200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949440" y="2990088"/>
            <a:ext cx="1737360" cy="320040"/>
          </a:xfrm>
          <a:prstGeom prst="rect">
            <a:avLst/>
          </a:prstGeom>
          <a:noFill/>
        </p:spPr>
        <p:txBody>
          <a:bodyPr wrap="square">
            <a:spAutoFit/>
          </a:bodyPr>
          <a:lstStyle/>
          <a:p>
            <a:pPr algn="ctr"/>
            <a:r>
              <a:rPr sz="1400" b="0" i="0">
                <a:solidFill>
                  <a:srgbClr val="2C3945"/>
                </a:solidFill>
              </a:rPr>
              <a:t>5</a:t>
            </a:r>
          </a:p>
        </p:txBody>
      </p:sp>
      <p:sp>
        <p:nvSpPr>
          <p:cNvPr id="32" name="Rectangle 31"/>
          <p:cNvSpPr/>
          <p:nvPr/>
        </p:nvSpPr>
        <p:spPr>
          <a:xfrm>
            <a:off x="5212080" y="3310128"/>
            <a:ext cx="1737360" cy="320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94960" y="3310128"/>
            <a:ext cx="1554480" cy="320040"/>
          </a:xfrm>
          <a:prstGeom prst="rect">
            <a:avLst/>
          </a:prstGeom>
          <a:noFill/>
        </p:spPr>
        <p:txBody>
          <a:bodyPr wrap="square">
            <a:spAutoFit/>
          </a:bodyPr>
          <a:lstStyle/>
          <a:p>
            <a:pPr algn="l"/>
            <a:r>
              <a:rPr sz="1400" b="1" i="0">
                <a:solidFill>
                  <a:srgbClr val="14324B"/>
                </a:solidFill>
              </a:rPr>
              <a:t>P1329</a:t>
            </a:r>
          </a:p>
        </p:txBody>
      </p:sp>
      <p:sp>
        <p:nvSpPr>
          <p:cNvPr id="34" name="Rectangle 33"/>
          <p:cNvSpPr/>
          <p:nvPr/>
        </p:nvSpPr>
        <p:spPr>
          <a:xfrm>
            <a:off x="6949440" y="3310128"/>
            <a:ext cx="1737360" cy="320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49440" y="3310128"/>
            <a:ext cx="1737360" cy="320040"/>
          </a:xfrm>
          <a:prstGeom prst="rect">
            <a:avLst/>
          </a:prstGeom>
          <a:noFill/>
        </p:spPr>
        <p:txBody>
          <a:bodyPr wrap="square">
            <a:spAutoFit/>
          </a:bodyPr>
          <a:lstStyle/>
          <a:p>
            <a:pPr algn="ctr"/>
            <a:r>
              <a:rPr sz="1400" b="0" i="0">
                <a:solidFill>
                  <a:srgbClr val="2C3945"/>
                </a:solidFill>
              </a:rPr>
              <a:t>5</a:t>
            </a:r>
          </a:p>
        </p:txBody>
      </p:sp>
      <p:sp>
        <p:nvSpPr>
          <p:cNvPr id="36" name="Rectangle 35"/>
          <p:cNvSpPr/>
          <p:nvPr/>
        </p:nvSpPr>
        <p:spPr>
          <a:xfrm>
            <a:off x="5212080" y="3630168"/>
            <a:ext cx="1737360" cy="3200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394960" y="3630168"/>
            <a:ext cx="1554480" cy="320040"/>
          </a:xfrm>
          <a:prstGeom prst="rect">
            <a:avLst/>
          </a:prstGeom>
          <a:noFill/>
        </p:spPr>
        <p:txBody>
          <a:bodyPr wrap="square">
            <a:spAutoFit/>
          </a:bodyPr>
          <a:lstStyle/>
          <a:p>
            <a:pPr algn="l"/>
            <a:r>
              <a:rPr sz="1400" b="1" i="0">
                <a:solidFill>
                  <a:srgbClr val="14324B"/>
                </a:solidFill>
              </a:rPr>
              <a:t>P1327</a:t>
            </a:r>
          </a:p>
        </p:txBody>
      </p:sp>
      <p:sp>
        <p:nvSpPr>
          <p:cNvPr id="38" name="Rectangle 37"/>
          <p:cNvSpPr/>
          <p:nvPr/>
        </p:nvSpPr>
        <p:spPr>
          <a:xfrm>
            <a:off x="6949440" y="3630168"/>
            <a:ext cx="1737360" cy="3200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949440" y="3630168"/>
            <a:ext cx="1737360" cy="320040"/>
          </a:xfrm>
          <a:prstGeom prst="rect">
            <a:avLst/>
          </a:prstGeom>
          <a:noFill/>
        </p:spPr>
        <p:txBody>
          <a:bodyPr wrap="square">
            <a:spAutoFit/>
          </a:bodyPr>
          <a:lstStyle/>
          <a:p>
            <a:pPr algn="ctr"/>
            <a:r>
              <a:rPr sz="1400" b="0" i="0">
                <a:solidFill>
                  <a:srgbClr val="2C3945"/>
                </a:solidFill>
              </a:rPr>
              <a:t>5</a:t>
            </a:r>
          </a:p>
        </p:txBody>
      </p:sp>
      <p:sp>
        <p:nvSpPr>
          <p:cNvPr id="40" name="TextBox 39"/>
          <p:cNvSpPr txBox="1"/>
          <p:nvPr/>
        </p:nvSpPr>
        <p:spPr>
          <a:xfrm>
            <a:off x="457200" y="4368800"/>
            <a:ext cx="8229600" cy="1828800"/>
          </a:xfrm>
          <a:prstGeom prst="rect">
            <a:avLst/>
          </a:prstGeom>
          <a:noFill/>
        </p:spPr>
        <p:txBody>
          <a:bodyPr wrap="square">
            <a:noAutofit/>
          </a:bodyPr>
          <a:lstStyle/>
          <a:p>
            <a:pPr algn="l"/>
            <a:r>
              <a:rPr sz="1400" b="1" i="1" dirty="0"/>
              <a:t>Reading the data: </a:t>
            </a:r>
            <a:r>
              <a:rPr sz="1400" b="0" i="1" dirty="0"/>
              <a:t>571 of 758 add-to-cart users (75%) never purchased. These items were attractive enough to be added — the product caught attention — but something between interest and payment stopped the buyer: unclear usefulness, price versus perceived value, shipping cost, or too little information to feel confident.</a:t>
            </a:r>
          </a:p>
          <a:p>
            <a:pPr algn="l">
              <a:spcBef>
                <a:spcPts val="300"/>
              </a:spcBef>
            </a:pPr>
            <a:r>
              <a:rPr sz="1400" b="1" i="1" dirty="0"/>
              <a:t>Action for sellers: </a:t>
            </a:r>
            <a:r>
              <a:rPr sz="1400" b="0" i="1" dirty="0"/>
              <a:t>send each seller on this list their own abandonment report and ask for a listing upgrade — clearer photos, a short demo video showing the product in use, a use-case and size or spec description, visible reviews, and a price or bundle review including shipping. Re-measure the same SKUs 30 days after the refresh to see whether the listing, or the price, was the real blocker.</a:t>
            </a:r>
          </a:p>
        </p:txBody>
      </p:sp>
    </p:spTree>
    <p:extLst>
      <p:ext uri="{BB962C8B-B14F-4D97-AF65-F5344CB8AC3E}">
        <p14:creationId xmlns:p14="http://schemas.microsoft.com/office/powerpoint/2010/main" val="440489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16152"/>
          </a:xfrm>
          <a:prstGeom prst="rect">
            <a:avLst/>
          </a:prstGeom>
          <a:solidFill>
            <a:srgbClr val="143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16152"/>
            <a:ext cx="9144000" cy="64008"/>
          </a:xfrm>
          <a:prstGeom prst="rect">
            <a:avLst/>
          </a:prstGeom>
          <a:solidFill>
            <a:srgbClr val="C97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245352"/>
            <a:ext cx="8229600" cy="9144"/>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83464"/>
            <a:ext cx="7872983" cy="256032"/>
          </a:xfrm>
          <a:prstGeom prst="rect">
            <a:avLst/>
          </a:prstGeom>
          <a:noFill/>
        </p:spPr>
        <p:txBody>
          <a:bodyPr wrap="square">
            <a:spAutoFit/>
          </a:bodyPr>
          <a:lstStyle/>
          <a:p>
            <a:pPr algn="l"/>
            <a:r>
              <a:rPr sz="1400" b="1" i="0">
                <a:solidFill>
                  <a:srgbClr val="9FB6C9"/>
                </a:solidFill>
              </a:rPr>
              <a:t>EXECUTIVE REPORT   |   BUKATOKO FUNNEL CONVERSION</a:t>
            </a:r>
          </a:p>
        </p:txBody>
      </p:sp>
      <p:sp>
        <p:nvSpPr>
          <p:cNvPr id="6" name="TextBox 5"/>
          <p:cNvSpPr txBox="1"/>
          <p:nvPr/>
        </p:nvSpPr>
        <p:spPr>
          <a:xfrm>
            <a:off x="457200" y="585216"/>
            <a:ext cx="7872983" cy="584775"/>
          </a:xfrm>
          <a:prstGeom prst="rect">
            <a:avLst/>
          </a:prstGeom>
          <a:noFill/>
        </p:spPr>
        <p:txBody>
          <a:bodyPr wrap="square">
            <a:spAutoFit/>
          </a:bodyPr>
          <a:lstStyle/>
          <a:p>
            <a:pPr algn="l"/>
            <a:r>
              <a:rPr sz="3200" b="1" i="0" dirty="0">
                <a:solidFill>
                  <a:srgbClr val="FFFFFF"/>
                </a:solidFill>
              </a:rPr>
              <a:t>Recommendations </a:t>
            </a:r>
            <a:r>
              <a:rPr lang="en-US" sz="3200" b="1" i="0" dirty="0">
                <a:solidFill>
                  <a:srgbClr val="FFFFFF"/>
                </a:solidFill>
              </a:rPr>
              <a:t>Priority</a:t>
            </a:r>
            <a:endParaRPr sz="3200" b="1" i="0" dirty="0">
              <a:solidFill>
                <a:srgbClr val="FFFFFF"/>
              </a:solidFill>
            </a:endParaRPr>
          </a:p>
        </p:txBody>
      </p:sp>
      <p:sp>
        <p:nvSpPr>
          <p:cNvPr id="7" name="TextBox 6"/>
          <p:cNvSpPr txBox="1"/>
          <p:nvPr/>
        </p:nvSpPr>
        <p:spPr>
          <a:xfrm>
            <a:off x="457200" y="6345936"/>
            <a:ext cx="6099048" cy="307777"/>
          </a:xfrm>
          <a:prstGeom prst="rect">
            <a:avLst/>
          </a:prstGeom>
          <a:noFill/>
        </p:spPr>
        <p:txBody>
          <a:bodyPr wrap="square">
            <a:spAutoFit/>
          </a:bodyPr>
          <a:lstStyle/>
          <a:p>
            <a:pPr algn="l"/>
            <a:r>
              <a:rPr sz="1400" b="0" i="0" dirty="0">
                <a:solidFill>
                  <a:srgbClr val="8A98A5"/>
                </a:solidFill>
              </a:rPr>
              <a:t>Funnel Analysis  |  Browse -&gt; Cart -&gt; Checkout -&gt; Purchase</a:t>
            </a:r>
          </a:p>
        </p:txBody>
      </p:sp>
      <p:sp>
        <p:nvSpPr>
          <p:cNvPr id="8" name="TextBox 7"/>
          <p:cNvSpPr txBox="1"/>
          <p:nvPr/>
        </p:nvSpPr>
        <p:spPr>
          <a:xfrm>
            <a:off x="7671816" y="6345936"/>
            <a:ext cx="1014984" cy="256032"/>
          </a:xfrm>
          <a:prstGeom prst="rect">
            <a:avLst/>
          </a:prstGeom>
          <a:noFill/>
        </p:spPr>
        <p:txBody>
          <a:bodyPr wrap="square">
            <a:spAutoFit/>
          </a:bodyPr>
          <a:lstStyle/>
          <a:p>
            <a:pPr algn="r"/>
            <a:r>
              <a:rPr sz="1400" b="1" i="0">
                <a:solidFill>
                  <a:srgbClr val="14324B"/>
                </a:solidFill>
              </a:rPr>
              <a:t>09/09</a:t>
            </a:r>
          </a:p>
        </p:txBody>
      </p:sp>
      <p:graphicFrame>
        <p:nvGraphicFramePr>
          <p:cNvPr id="46" name="Table 45">
            <a:extLst>
              <a:ext uri="{FF2B5EF4-FFF2-40B4-BE49-F238E27FC236}">
                <a16:creationId xmlns:a16="http://schemas.microsoft.com/office/drawing/2014/main" id="{26F26DF2-E1CE-12EC-AA11-9EC8B02D38B1}"/>
              </a:ext>
            </a:extLst>
          </p:cNvPr>
          <p:cNvGraphicFramePr>
            <a:graphicFrameLocks noGrp="1"/>
          </p:cNvGraphicFramePr>
          <p:nvPr>
            <p:extLst>
              <p:ext uri="{D42A27DB-BD31-4B8C-83A1-F6EECF244321}">
                <p14:modId xmlns:p14="http://schemas.microsoft.com/office/powerpoint/2010/main" val="2539437371"/>
              </p:ext>
            </p:extLst>
          </p:nvPr>
        </p:nvGraphicFramePr>
        <p:xfrm>
          <a:off x="457200" y="1397000"/>
          <a:ext cx="8229600" cy="4665615"/>
        </p:xfrm>
        <a:graphic>
          <a:graphicData uri="http://schemas.openxmlformats.org/drawingml/2006/table">
            <a:tbl>
              <a:tblPr firstRow="1" bandRow="1">
                <a:tableStyleId>{9D7B26C5-4107-4FEC-AEDC-1716B250A1EF}</a:tableStyleId>
              </a:tblPr>
              <a:tblGrid>
                <a:gridCol w="2489200">
                  <a:extLst>
                    <a:ext uri="{9D8B030D-6E8A-4147-A177-3AD203B41FA5}">
                      <a16:colId xmlns:a16="http://schemas.microsoft.com/office/drawing/2014/main" val="4216806920"/>
                    </a:ext>
                  </a:extLst>
                </a:gridCol>
                <a:gridCol w="4246880">
                  <a:extLst>
                    <a:ext uri="{9D8B030D-6E8A-4147-A177-3AD203B41FA5}">
                      <a16:colId xmlns:a16="http://schemas.microsoft.com/office/drawing/2014/main" val="717126614"/>
                    </a:ext>
                  </a:extLst>
                </a:gridCol>
                <a:gridCol w="1493520">
                  <a:extLst>
                    <a:ext uri="{9D8B030D-6E8A-4147-A177-3AD203B41FA5}">
                      <a16:colId xmlns:a16="http://schemas.microsoft.com/office/drawing/2014/main" val="320419121"/>
                    </a:ext>
                  </a:extLst>
                </a:gridCol>
              </a:tblGrid>
              <a:tr h="484963">
                <a:tc>
                  <a:txBody>
                    <a:bodyPr/>
                    <a:lstStyle/>
                    <a:p>
                      <a:pPr lvl="1" algn="l" fontAlgn="b">
                        <a:buNone/>
                      </a:pPr>
                      <a:r>
                        <a:rPr lang="en-ID" sz="1600" b="1" u="none" strike="noStrike" dirty="0">
                          <a:solidFill>
                            <a:schemeClr val="bg1"/>
                          </a:solidFill>
                          <a:effectLst/>
                        </a:rPr>
                        <a:t>Findings</a:t>
                      </a:r>
                      <a:endParaRPr lang="en-ID" sz="1600" b="1" i="0" u="none" strike="noStrike" dirty="0">
                        <a:solidFill>
                          <a:schemeClr val="bg1"/>
                        </a:solidFill>
                        <a:effectLst/>
                        <a:latin typeface="+mn-lt"/>
                      </a:endParaRPr>
                    </a:p>
                  </a:txBody>
                  <a:tcPr marL="7620" marR="7620" marT="7620" marB="0" anchor="ctr">
                    <a:solidFill>
                      <a:srgbClr val="14324B"/>
                    </a:solidFill>
                  </a:tcPr>
                </a:tc>
                <a:tc>
                  <a:txBody>
                    <a:bodyPr/>
                    <a:lstStyle/>
                    <a:p>
                      <a:pPr lvl="1" algn="l" fontAlgn="b">
                        <a:buNone/>
                      </a:pPr>
                      <a:r>
                        <a:rPr lang="en-ID" sz="1600" b="1" u="none" strike="noStrike" dirty="0">
                          <a:solidFill>
                            <a:schemeClr val="bg1"/>
                          </a:solidFill>
                          <a:effectLst/>
                        </a:rPr>
                        <a:t>Recommendation</a:t>
                      </a:r>
                      <a:endParaRPr lang="en-ID" sz="1600" b="1" i="0" u="none" strike="noStrike" dirty="0">
                        <a:solidFill>
                          <a:schemeClr val="bg1"/>
                        </a:solidFill>
                        <a:effectLst/>
                        <a:latin typeface="+mn-lt"/>
                      </a:endParaRPr>
                    </a:p>
                  </a:txBody>
                  <a:tcPr marL="7620" marR="7620" marT="7620" marB="0" anchor="ctr">
                    <a:solidFill>
                      <a:srgbClr val="14324B"/>
                    </a:solidFill>
                  </a:tcPr>
                </a:tc>
                <a:tc>
                  <a:txBody>
                    <a:bodyPr/>
                    <a:lstStyle/>
                    <a:p>
                      <a:pPr lvl="1" algn="l" fontAlgn="b">
                        <a:buNone/>
                      </a:pPr>
                      <a:r>
                        <a:rPr lang="en-ID" sz="1600" b="1" u="none" strike="noStrike" dirty="0">
                          <a:solidFill>
                            <a:schemeClr val="bg1"/>
                          </a:solidFill>
                          <a:effectLst/>
                        </a:rPr>
                        <a:t>Priority</a:t>
                      </a:r>
                      <a:endParaRPr lang="en-ID" sz="1600" b="1" i="0" u="none" strike="noStrike" dirty="0">
                        <a:solidFill>
                          <a:schemeClr val="bg1"/>
                        </a:solidFill>
                        <a:effectLst/>
                        <a:latin typeface="+mn-lt"/>
                      </a:endParaRPr>
                    </a:p>
                  </a:txBody>
                  <a:tcPr marL="7620" marR="7620" marT="7620" marB="0" anchor="ctr">
                    <a:solidFill>
                      <a:srgbClr val="14324B"/>
                    </a:solidFill>
                  </a:tcPr>
                </a:tc>
                <a:extLst>
                  <a:ext uri="{0D108BD9-81ED-4DB2-BD59-A6C34878D82A}">
                    <a16:rowId xmlns:a16="http://schemas.microsoft.com/office/drawing/2014/main" val="609026060"/>
                  </a:ext>
                </a:extLst>
              </a:tr>
              <a:tr h="484963">
                <a:tc>
                  <a:txBody>
                    <a:bodyPr/>
                    <a:lstStyle/>
                    <a:p>
                      <a:pPr lvl="1" algn="l" fontAlgn="b">
                        <a:buNone/>
                      </a:pPr>
                      <a:r>
                        <a:rPr lang="en-ID" sz="1400" b="0" u="none" strike="noStrike" dirty="0">
                          <a:solidFill>
                            <a:srgbClr val="000000"/>
                          </a:solidFill>
                          <a:effectLst/>
                        </a:rPr>
                        <a:t>September as highest MAU</a:t>
                      </a:r>
                      <a:endParaRPr lang="en-ID" sz="1400" b="0" i="0" u="none" strike="noStrike" dirty="0">
                        <a:solidFill>
                          <a:srgbClr val="000000"/>
                        </a:solidFill>
                        <a:effectLst/>
                        <a:latin typeface="+mn-lt"/>
                      </a:endParaRPr>
                    </a:p>
                  </a:txBody>
                  <a:tcPr marL="7620" marR="7620" marT="7620" marB="0"/>
                </a:tc>
                <a:tc>
                  <a:txBody>
                    <a:bodyPr/>
                    <a:lstStyle/>
                    <a:p>
                      <a:pPr lvl="1" algn="l" fontAlgn="b">
                        <a:buNone/>
                      </a:pPr>
                      <a:r>
                        <a:rPr lang="en-ID" sz="1400" b="0" u="none" strike="noStrike">
                          <a:solidFill>
                            <a:srgbClr val="000000"/>
                          </a:solidFill>
                          <a:effectLst/>
                        </a:rPr>
                        <a:t>pur promo spend in current month</a:t>
                      </a:r>
                      <a:endParaRPr lang="en-ID" sz="1400" b="0" i="0" u="none" strike="noStrike">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High</a:t>
                      </a:r>
                      <a:endParaRPr lang="en-ID" sz="1400" b="0" i="0" u="none" strike="noStrike" dirty="0">
                        <a:solidFill>
                          <a:srgbClr val="000000"/>
                        </a:solidFill>
                        <a:effectLst/>
                        <a:latin typeface="+mn-lt"/>
                      </a:endParaRPr>
                    </a:p>
                  </a:txBody>
                  <a:tcPr marL="7620" marR="7620" marT="7620" marB="0"/>
                </a:tc>
                <a:extLst>
                  <a:ext uri="{0D108BD9-81ED-4DB2-BD59-A6C34878D82A}">
                    <a16:rowId xmlns:a16="http://schemas.microsoft.com/office/drawing/2014/main" val="1697846088"/>
                  </a:ext>
                </a:extLst>
              </a:tr>
              <a:tr h="484963">
                <a:tc>
                  <a:txBody>
                    <a:bodyPr/>
                    <a:lstStyle/>
                    <a:p>
                      <a:pPr lvl="1" algn="l" fontAlgn="b">
                        <a:buNone/>
                      </a:pPr>
                      <a:r>
                        <a:rPr lang="en-ID" sz="1400" b="0" u="none" strike="noStrike" dirty="0">
                          <a:solidFill>
                            <a:srgbClr val="000000"/>
                          </a:solidFill>
                          <a:effectLst/>
                        </a:rPr>
                        <a:t>Funnel Conversion</a:t>
                      </a:r>
                      <a:endParaRPr lang="en-ID" sz="1400" b="0" i="0" u="none" strike="noStrike" dirty="0">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Improve Checkout to Purchase by more payment method</a:t>
                      </a:r>
                      <a:endParaRPr lang="en-ID" sz="1400" b="0" i="0" u="none" strike="noStrike" dirty="0">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High</a:t>
                      </a:r>
                      <a:endParaRPr lang="en-ID" sz="1400" b="0" i="0" u="none" strike="noStrike" dirty="0">
                        <a:solidFill>
                          <a:srgbClr val="000000"/>
                        </a:solidFill>
                        <a:effectLst/>
                        <a:latin typeface="+mn-lt"/>
                      </a:endParaRPr>
                    </a:p>
                  </a:txBody>
                  <a:tcPr marL="7620" marR="7620" marT="7620" marB="0"/>
                </a:tc>
                <a:extLst>
                  <a:ext uri="{0D108BD9-81ED-4DB2-BD59-A6C34878D82A}">
                    <a16:rowId xmlns:a16="http://schemas.microsoft.com/office/drawing/2014/main" val="1048840927"/>
                  </a:ext>
                </a:extLst>
              </a:tr>
              <a:tr h="484963">
                <a:tc>
                  <a:txBody>
                    <a:bodyPr/>
                    <a:lstStyle/>
                    <a:p>
                      <a:pPr lvl="1" algn="l" fontAlgn="b">
                        <a:buNone/>
                      </a:pPr>
                      <a:r>
                        <a:rPr lang="en-ID" sz="1400" b="0" u="none" strike="noStrike" dirty="0">
                          <a:solidFill>
                            <a:srgbClr val="000000"/>
                          </a:solidFill>
                          <a:effectLst/>
                        </a:rPr>
                        <a:t>Very high lead time to purchase</a:t>
                      </a:r>
                      <a:endParaRPr lang="en-ID" sz="1400" b="0" i="0" u="none" strike="noStrike" dirty="0">
                        <a:solidFill>
                          <a:srgbClr val="000000"/>
                        </a:solidFill>
                        <a:effectLst/>
                        <a:latin typeface="+mn-lt"/>
                      </a:endParaRPr>
                    </a:p>
                  </a:txBody>
                  <a:tcPr marL="7620" marR="7620" marT="7620" marB="0"/>
                </a:tc>
                <a:tc>
                  <a:txBody>
                    <a:bodyPr/>
                    <a:lstStyle/>
                    <a:p>
                      <a:pPr lvl="1" algn="l" fontAlgn="b">
                        <a:buNone/>
                      </a:pPr>
                      <a:r>
                        <a:rPr lang="en-ID" sz="1400" b="0" u="none" strike="noStrike">
                          <a:solidFill>
                            <a:srgbClr val="000000"/>
                          </a:solidFill>
                          <a:effectLst/>
                        </a:rPr>
                        <a:t>tooling on ERP, push notification, and flow shorten</a:t>
                      </a:r>
                      <a:endParaRPr lang="en-ID" sz="1400" b="0" i="0" u="none" strike="noStrike">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High</a:t>
                      </a:r>
                      <a:endParaRPr lang="en-ID" sz="1400" b="0" i="0" u="none" strike="noStrike" dirty="0">
                        <a:solidFill>
                          <a:srgbClr val="000000"/>
                        </a:solidFill>
                        <a:effectLst/>
                        <a:latin typeface="+mn-lt"/>
                      </a:endParaRPr>
                    </a:p>
                  </a:txBody>
                  <a:tcPr marL="7620" marR="7620" marT="7620" marB="0"/>
                </a:tc>
                <a:extLst>
                  <a:ext uri="{0D108BD9-81ED-4DB2-BD59-A6C34878D82A}">
                    <a16:rowId xmlns:a16="http://schemas.microsoft.com/office/drawing/2014/main" val="16521165"/>
                  </a:ext>
                </a:extLst>
              </a:tr>
              <a:tr h="484963">
                <a:tc>
                  <a:txBody>
                    <a:bodyPr/>
                    <a:lstStyle/>
                    <a:p>
                      <a:pPr lvl="1" algn="l" fontAlgn="b">
                        <a:buNone/>
                      </a:pPr>
                      <a:r>
                        <a:rPr lang="en-ID" sz="1400" b="0" u="none" strike="noStrike">
                          <a:solidFill>
                            <a:srgbClr val="000000"/>
                          </a:solidFill>
                          <a:effectLst/>
                        </a:rPr>
                        <a:t>Promo Schedule by Country</a:t>
                      </a:r>
                      <a:endParaRPr lang="en-ID" sz="1400" b="0" i="0" u="none" strike="noStrike">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Pushing more promo on Friday as golden day</a:t>
                      </a:r>
                      <a:endParaRPr lang="en-ID" sz="1400" b="0" i="0" u="none" strike="noStrike" dirty="0">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Medium</a:t>
                      </a:r>
                      <a:endParaRPr lang="en-ID" sz="1400" b="0" i="0" u="none" strike="noStrike" dirty="0">
                        <a:solidFill>
                          <a:srgbClr val="000000"/>
                        </a:solidFill>
                        <a:effectLst/>
                        <a:latin typeface="+mn-lt"/>
                      </a:endParaRPr>
                    </a:p>
                  </a:txBody>
                  <a:tcPr marL="7620" marR="7620" marT="7620" marB="0"/>
                </a:tc>
                <a:extLst>
                  <a:ext uri="{0D108BD9-81ED-4DB2-BD59-A6C34878D82A}">
                    <a16:rowId xmlns:a16="http://schemas.microsoft.com/office/drawing/2014/main" val="127594310"/>
                  </a:ext>
                </a:extLst>
              </a:tr>
              <a:tr h="484963">
                <a:tc>
                  <a:txBody>
                    <a:bodyPr/>
                    <a:lstStyle/>
                    <a:p>
                      <a:pPr lvl="1" algn="l" fontAlgn="b">
                        <a:buNone/>
                      </a:pPr>
                      <a:r>
                        <a:rPr lang="en-ID" sz="1400" b="0" u="none" strike="noStrike">
                          <a:solidFill>
                            <a:srgbClr val="000000"/>
                          </a:solidFill>
                          <a:effectLst/>
                        </a:rPr>
                        <a:t>ID as highest active user</a:t>
                      </a:r>
                      <a:endParaRPr lang="en-ID" sz="1400" b="0" i="0" u="none" strike="noStrike">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run country monthly personal capacity</a:t>
                      </a:r>
                      <a:endParaRPr lang="en-ID" sz="1400" b="0" i="0" u="none" strike="noStrike" dirty="0">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Medium</a:t>
                      </a:r>
                      <a:endParaRPr lang="en-ID" sz="1400" b="0" i="0" u="none" strike="noStrike" dirty="0">
                        <a:solidFill>
                          <a:srgbClr val="000000"/>
                        </a:solidFill>
                        <a:effectLst/>
                        <a:latin typeface="+mn-lt"/>
                      </a:endParaRPr>
                    </a:p>
                  </a:txBody>
                  <a:tcPr marL="7620" marR="7620" marT="7620" marB="0"/>
                </a:tc>
                <a:extLst>
                  <a:ext uri="{0D108BD9-81ED-4DB2-BD59-A6C34878D82A}">
                    <a16:rowId xmlns:a16="http://schemas.microsoft.com/office/drawing/2014/main" val="377248094"/>
                  </a:ext>
                </a:extLst>
              </a:tr>
              <a:tr h="623174">
                <a:tc>
                  <a:txBody>
                    <a:bodyPr/>
                    <a:lstStyle/>
                    <a:p>
                      <a:pPr lvl="1" algn="l" fontAlgn="b">
                        <a:buNone/>
                      </a:pPr>
                      <a:r>
                        <a:rPr lang="en-ID" sz="1400" b="0" u="none" strike="noStrike">
                          <a:solidFill>
                            <a:srgbClr val="000000"/>
                          </a:solidFill>
                          <a:effectLst/>
                        </a:rPr>
                        <a:t>Low Same-day Add-To-Cart for any method especially by search</a:t>
                      </a:r>
                      <a:endParaRPr lang="en-ID" sz="1400" b="0" i="0" u="none" strike="noStrike">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Flash sale strategy</a:t>
                      </a:r>
                      <a:endParaRPr lang="en-ID" sz="1400" b="0" i="0" u="none" strike="noStrike" dirty="0">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Medium</a:t>
                      </a:r>
                      <a:endParaRPr lang="en-ID" sz="1400" b="0" i="0" u="none" strike="noStrike" dirty="0">
                        <a:solidFill>
                          <a:srgbClr val="000000"/>
                        </a:solidFill>
                        <a:effectLst/>
                        <a:latin typeface="+mn-lt"/>
                      </a:endParaRPr>
                    </a:p>
                  </a:txBody>
                  <a:tcPr marL="7620" marR="7620" marT="7620" marB="0"/>
                </a:tc>
                <a:extLst>
                  <a:ext uri="{0D108BD9-81ED-4DB2-BD59-A6C34878D82A}">
                    <a16:rowId xmlns:a16="http://schemas.microsoft.com/office/drawing/2014/main" val="1495725076"/>
                  </a:ext>
                </a:extLst>
              </a:tr>
              <a:tr h="484963">
                <a:tc>
                  <a:txBody>
                    <a:bodyPr/>
                    <a:lstStyle/>
                    <a:p>
                      <a:pPr lvl="1" algn="l" fontAlgn="b">
                        <a:buNone/>
                      </a:pPr>
                      <a:r>
                        <a:rPr lang="en-ID" sz="1400" b="0" u="none" strike="noStrike">
                          <a:solidFill>
                            <a:srgbClr val="000000"/>
                          </a:solidFill>
                          <a:effectLst/>
                        </a:rPr>
                        <a:t>Abandoned Product</a:t>
                      </a:r>
                      <a:endParaRPr lang="en-ID" sz="1400" b="0" i="0" u="none" strike="noStrike">
                        <a:solidFill>
                          <a:srgbClr val="000000"/>
                        </a:solidFill>
                        <a:effectLst/>
                        <a:latin typeface="+mn-lt"/>
                      </a:endParaRPr>
                    </a:p>
                  </a:txBody>
                  <a:tcPr marL="7620" marR="7620" marT="7620" marB="0"/>
                </a:tc>
                <a:tc>
                  <a:txBody>
                    <a:bodyPr/>
                    <a:lstStyle/>
                    <a:p>
                      <a:pPr lvl="1" algn="l" fontAlgn="b">
                        <a:buNone/>
                      </a:pPr>
                      <a:r>
                        <a:rPr lang="en-ID" sz="1400" b="0" u="none" strike="noStrike">
                          <a:solidFill>
                            <a:srgbClr val="000000"/>
                          </a:solidFill>
                          <a:effectLst/>
                        </a:rPr>
                        <a:t>Highlight product to Seller for stalled in cart product</a:t>
                      </a:r>
                      <a:endParaRPr lang="en-ID" sz="1400" b="0" i="0" u="none" strike="noStrike">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Low</a:t>
                      </a:r>
                      <a:endParaRPr lang="en-ID" sz="1400" b="0" i="0" u="none" strike="noStrike" dirty="0">
                        <a:solidFill>
                          <a:srgbClr val="000000"/>
                        </a:solidFill>
                        <a:effectLst/>
                        <a:latin typeface="+mn-lt"/>
                      </a:endParaRPr>
                    </a:p>
                  </a:txBody>
                  <a:tcPr marL="7620" marR="7620" marT="7620" marB="0"/>
                </a:tc>
                <a:extLst>
                  <a:ext uri="{0D108BD9-81ED-4DB2-BD59-A6C34878D82A}">
                    <a16:rowId xmlns:a16="http://schemas.microsoft.com/office/drawing/2014/main" val="3568912210"/>
                  </a:ext>
                </a:extLst>
              </a:tr>
              <a:tr h="623174">
                <a:tc>
                  <a:txBody>
                    <a:bodyPr/>
                    <a:lstStyle/>
                    <a:p>
                      <a:pPr lvl="1" algn="l" fontAlgn="b">
                        <a:buNone/>
                      </a:pPr>
                      <a:r>
                        <a:rPr lang="en-ID" sz="1400" b="0" u="none" strike="noStrike">
                          <a:solidFill>
                            <a:srgbClr val="000000"/>
                          </a:solidFill>
                          <a:effectLst/>
                        </a:rPr>
                        <a:t>High usage of Android but similar event</a:t>
                      </a:r>
                      <a:endParaRPr lang="en-ID" sz="1400" b="0" i="0" u="none" strike="noStrike">
                        <a:solidFill>
                          <a:srgbClr val="000000"/>
                        </a:solidFill>
                        <a:effectLst/>
                        <a:latin typeface="+mn-lt"/>
                      </a:endParaRPr>
                    </a:p>
                  </a:txBody>
                  <a:tcPr marL="7620" marR="7620" marT="7620" marB="0"/>
                </a:tc>
                <a:tc>
                  <a:txBody>
                    <a:bodyPr/>
                    <a:lstStyle/>
                    <a:p>
                      <a:pPr lvl="1" algn="l" fontAlgn="b">
                        <a:buNone/>
                      </a:pPr>
                      <a:r>
                        <a:rPr lang="en-ID" sz="1400" b="0" u="none" strike="noStrike">
                          <a:solidFill>
                            <a:srgbClr val="000000"/>
                          </a:solidFill>
                          <a:effectLst/>
                        </a:rPr>
                        <a:t>UI-quality inspection for per device and per-country optimisation</a:t>
                      </a:r>
                      <a:endParaRPr lang="en-ID" sz="1400" b="0" i="0" u="none" strike="noStrike">
                        <a:solidFill>
                          <a:srgbClr val="000000"/>
                        </a:solidFill>
                        <a:effectLst/>
                        <a:latin typeface="+mn-lt"/>
                      </a:endParaRPr>
                    </a:p>
                  </a:txBody>
                  <a:tcPr marL="7620" marR="7620" marT="7620" marB="0"/>
                </a:tc>
                <a:tc>
                  <a:txBody>
                    <a:bodyPr/>
                    <a:lstStyle/>
                    <a:p>
                      <a:pPr lvl="1" algn="l" fontAlgn="b">
                        <a:buNone/>
                      </a:pPr>
                      <a:r>
                        <a:rPr lang="en-ID" sz="1400" b="0" u="none" strike="noStrike" dirty="0">
                          <a:solidFill>
                            <a:srgbClr val="000000"/>
                          </a:solidFill>
                          <a:effectLst/>
                        </a:rPr>
                        <a:t>Low</a:t>
                      </a:r>
                      <a:endParaRPr lang="en-ID" sz="1400" b="0" i="0" u="none" strike="noStrike" dirty="0">
                        <a:solidFill>
                          <a:srgbClr val="000000"/>
                        </a:solidFill>
                        <a:effectLst/>
                        <a:latin typeface="+mn-lt"/>
                      </a:endParaRPr>
                    </a:p>
                  </a:txBody>
                  <a:tcPr marL="7620" marR="7620" marT="7620" marB="0"/>
                </a:tc>
                <a:extLst>
                  <a:ext uri="{0D108BD9-81ED-4DB2-BD59-A6C34878D82A}">
                    <a16:rowId xmlns:a16="http://schemas.microsoft.com/office/drawing/2014/main" val="1278568229"/>
                  </a:ext>
                </a:extLst>
              </a:tr>
            </a:tbl>
          </a:graphicData>
        </a:graphic>
      </p:graphicFrame>
    </p:spTree>
    <p:extLst>
      <p:ext uri="{BB962C8B-B14F-4D97-AF65-F5344CB8AC3E}">
        <p14:creationId xmlns:p14="http://schemas.microsoft.com/office/powerpoint/2010/main" val="9892958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15A52BF-4349-471F-95CF-66AA50A0C9EB}">
  <we:reference id="wa200010001" version="1.0.0.1" store="en-US" storeType="OMEX"/>
  <we:alternateReferences>
    <we:reference id="WA200010001" version="1.0.0.1" store="" storeType="OMEX"/>
  </we:alternateReferences>
  <we:properties>
    <we:property name="claude.fileId" value="&quot;fbc11950-4baa-46fe-b96f-27509e1e9aa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2505</TotalTime>
  <Words>2089</Words>
  <Application>Microsoft Office PowerPoint</Application>
  <PresentationFormat>On-screen Show (4:3)</PresentationFormat>
  <Paragraphs>304</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Nick Wisely</cp:lastModifiedBy>
  <cp:revision>1</cp:revision>
  <dcterms:created xsi:type="dcterms:W3CDTF">2013-01-27T09:14:16Z</dcterms:created>
  <dcterms:modified xsi:type="dcterms:W3CDTF">2026-09-04T14:46:04Z</dcterms:modified>
  <cp:category/>
</cp:coreProperties>
</file>