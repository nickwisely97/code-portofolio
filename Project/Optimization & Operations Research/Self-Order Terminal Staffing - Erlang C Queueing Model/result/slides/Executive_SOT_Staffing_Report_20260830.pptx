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01/08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111/hr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Shared kitchen ceiling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132/hr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Cashier register ceiling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175/hr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SOT kiosk ceiling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9128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10 min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P99 SLA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KEY FINDING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56432"/>
            <a:ext cx="54864" cy="241401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712463"/>
            <a:ext cx="3502151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945"/>
                </a:solidFill>
              </a:rPr>
              <a:t>The shared kitchen's 111/hr ceiling sits close to the Human Cashier's own 132/hr register ceiling, and well below the Self-Order Terminal (SOT)'s 175/hr kiosk ceiling.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The kitchen -- not either front end -- is the real constraint for both scenarios.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HEADLINE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583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3" y="3456432"/>
            <a:ext cx="54864" cy="241401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7" y="3712463"/>
            <a:ext cx="3502151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945"/>
                </a:solidFill>
              </a:rPr>
              <a:t>P99-safe capacity: Human Cashier ~92.2/hr vs. Self-Order Terminal (SOT) ~89.6/hr.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A modest, not decisive, edge -- once the kitchen is a genuine co-bottleneck, extra kiosks buy little and the SOT's slower per-transaction time becomes a small net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Kitchen Is a Shared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MAX STABLE THROUGHPUT BY RESOURCE</a:t>
            </a:r>
          </a:p>
        </p:txBody>
      </p:sp>
      <p:pic>
        <p:nvPicPr>
          <p:cNvPr id="10" name="Picture 9" descr="capacity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143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WHY THIS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3767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3767328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929384"/>
            <a:ext cx="24871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945"/>
                </a:solidFill>
              </a:rPr>
              <a:t>Every restaurant has 3 constraints, not 1: registers, kiosks, and the kitchen behind both.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Here the kitchen caps at 111/hr -- below the Self-Order Terminal (SOT)'s 175/hr kiosk capacity.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Installing more kiosks only helps up to the kitchen's own ceiling. Past that, extra front-end capacity is wasted.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41848"/>
            <a:ext cx="7872983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Kitchen and order-taking AHT figures are illustrative assumptions, checked against published QSR benchmarks -- see the notebook for sourcing.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P99 Time Vs.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P99 END-TO-END TIME: ORDER TO FOOD</a:t>
            </a:r>
          </a:p>
        </p:txBody>
      </p:sp>
      <p:pic>
        <p:nvPicPr>
          <p:cNvPr id="10" name="Picture 9" descr="p99_vs_arrival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35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P99-SAFE CAPACITY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31673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828800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92.2/hr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Human Cashier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227832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227832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3300984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89.6/hr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Self-Order Terminal (SOT)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700016"/>
            <a:ext cx="2944368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4700016"/>
            <a:ext cx="54864" cy="82296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828032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</a:rPr>
              <a:t>Below this capacity, both scenarios comfortably clear the SLA; past it, P99 time explodes for both as the shared kitchen saturates.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Where the Time Goes Under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813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STAGE BREAKDOWN AT 95 CUSTOMERS/HOUR</a:t>
            </a:r>
          </a:p>
        </p:txBody>
      </p:sp>
      <p:pic>
        <p:nvPicPr>
          <p:cNvPr id="10" name="Picture 9" descr="stress_tes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4206240" cy="2628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1444752"/>
            <a:ext cx="3813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MEAN SECONDS BY STAGE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755648"/>
            <a:ext cx="1525219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755648"/>
            <a:ext cx="13423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4419" y="1755648"/>
            <a:ext cx="1143914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419" y="1755648"/>
            <a:ext cx="114391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Human Cashier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8333" y="1755648"/>
            <a:ext cx="1143914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8333" y="1755648"/>
            <a:ext cx="114391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Self-Order Terminal (SOT)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12848"/>
            <a:ext cx="1525219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212848"/>
            <a:ext cx="1342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Order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4419" y="2212848"/>
            <a:ext cx="114391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4419" y="221284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33s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8333" y="2212848"/>
            <a:ext cx="114391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8333" y="221284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6s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624328"/>
            <a:ext cx="1525219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2624328"/>
            <a:ext cx="1342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Order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4419" y="2624328"/>
            <a:ext cx="114391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419" y="262432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55s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8333" y="2624328"/>
            <a:ext cx="114391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8333" y="262432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82s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3035808"/>
            <a:ext cx="1525219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3035808"/>
            <a:ext cx="1342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Kitchen queue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4419" y="3035808"/>
            <a:ext cx="114391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4419" y="303580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69s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8333" y="3035808"/>
            <a:ext cx="114391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8333" y="303580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90s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447288"/>
            <a:ext cx="1525219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3447288"/>
            <a:ext cx="1342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Kitchen prep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54419" y="3447288"/>
            <a:ext cx="114391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419" y="344728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97s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8333" y="3447288"/>
            <a:ext cx="114391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98333" y="344728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97s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3858768"/>
            <a:ext cx="1525219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3858768"/>
            <a:ext cx="1342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P99 total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54419" y="3858768"/>
            <a:ext cx="114391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4419" y="385876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708s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98333" y="3858768"/>
            <a:ext cx="114391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8333" y="385876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726s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4270248"/>
            <a:ext cx="1525219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4270248"/>
            <a:ext cx="13423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% within SLA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54419" y="4270248"/>
            <a:ext cx="114391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419" y="427024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97.7%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98333" y="4270248"/>
            <a:ext cx="114391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8333" y="4270248"/>
            <a:ext cx="11439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97.4%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641848"/>
            <a:ext cx="7872983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Stress test at 95/hr, close to the shared kitchen's theoretical ceiling. Values pooled across multiple simulation replications.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One Realistic Operating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05/08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MEAN WAIT TIME BY HOUR (07:00-23:00)</a:t>
            </a:r>
          </a:p>
        </p:txBody>
      </p:sp>
      <p:pic>
        <p:nvPicPr>
          <p:cNvPr id="10" name="Picture 9" descr="hourly_wai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35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DAILY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31673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828800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1,276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Customers served, both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227832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227832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3300984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0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SLA breaches all 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700016"/>
            <a:ext cx="2944368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4700016"/>
            <a:ext cx="54864" cy="109728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8280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</a:rPr>
              <a:t>Mean total time: Cashier 163s vs. SOT 201s.</a:t>
            </a:r>
          </a:p>
          <a:p>
            <a:pPr algn="l"/>
            <a:r>
              <a:rPr sz="1300" b="0" i="0">
                <a:solidFill>
                  <a:srgbClr val="1F2933"/>
                </a:solidFill>
              </a:rPr>
              <a:t>Worst case: 363s vs. 516s.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41848"/>
            <a:ext cx="7872983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One simulated day with a lunch peak and a smaller after-office/dinner peak in demand -- both scenarios hold the SLA, but the SOT runs with less headroom.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Which Staffing Mix Is Most Efficient?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06/08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P99-SAFE CAPACITY PER STAFF MEMBER</a:t>
            </a:r>
          </a:p>
        </p:txBody>
      </p:sp>
      <p:pic>
        <p:nvPicPr>
          <p:cNvPr id="10" name="Picture 9" descr="workforc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07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TODAY'S KITCHEN (3 STATIONS)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18872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828800"/>
            <a:ext cx="26883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18.4/hr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Cashier -- 5 staff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072384"/>
            <a:ext cx="2944368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072384"/>
            <a:ext cx="54864" cy="11887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3145536"/>
            <a:ext cx="26883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29.9/hr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SOT -- 3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389120"/>
            <a:ext cx="2944368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4389120"/>
            <a:ext cx="54864" cy="118872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4462272"/>
            <a:ext cx="26883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18.0/hr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Combined -- 5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41848"/>
            <a:ext cx="7872983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Capacity per staff = P99-safe throughput / (order-taking + kitchen headcount). All three configurations deliver nearly the same throughput today -- kiosk-only does it with the fewest people.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Sizing the Kitchen for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07/08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P99 TIME vs. KITCHEN STATIONS AT 280/HR</a:t>
            </a:r>
          </a:p>
        </p:txBody>
      </p:sp>
      <p:pic>
        <p:nvPicPr>
          <p:cNvPr id="10" name="Picture 9" descr="kitchen_s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35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TO REACH ~280/HR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31673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828800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9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Kitchen stations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227832"/>
            <a:ext cx="294436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227832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3300984"/>
            <a:ext cx="2688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+6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More hires than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700016"/>
            <a:ext cx="2944368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4700016"/>
            <a:ext cx="54864" cy="109728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8280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</a:rPr>
              <a:t>With that same 9-station kitchen, kiosk-only still tops out near 153/hr -- only the combined front end (~280/hr) can actually use the extra capacity.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41848"/>
            <a:ext cx="7872983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Growth only pays off when the kitchen and the ordering channel are expanded together -- either alone leaves capacity on the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SOT vs. CASHIER STAFFING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Discrete-Event Simulation (SimPy)  |  Order + Kitchen Tandem Queue, P99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08/08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45336"/>
            <a:ext cx="8229600" cy="9418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45336"/>
            <a:ext cx="54864" cy="941832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00784"/>
            <a:ext cx="7671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PRIORITY ACTION</a:t>
            </a:r>
          </a:p>
          <a:p>
            <a:pPr algn="l"/>
            <a:r>
              <a:rPr sz="1600" b="0" i="0">
                <a:solidFill>
                  <a:srgbClr val="1F2933"/>
                </a:solidFill>
              </a:rPr>
              <a:t>Run SOT-only today -- it matches Cashier and Combined on capacity with the fewest staff. Only add cashiers or kitchen capacity if pursuing a specific growth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KEY TAKEAWAYS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9816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54864" cy="13716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191256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KIOSK-ONLY WINS TODAY</a:t>
            </a:r>
          </a:p>
          <a:p>
            <a:pPr algn="l"/>
            <a:r>
              <a:rPr sz="1500" b="0" i="0">
                <a:solidFill>
                  <a:srgbClr val="44515E"/>
                </a:solidFill>
              </a:rPr>
              <a:t>Cashier, SOT-only, and Combined all cap out at nearly the same throughput -- SOT-only delivers it with zero order-taking staff.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2583" y="3099816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72583" y="3099816"/>
            <a:ext cx="54864" cy="137160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7" y="3191256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KITCHEN FIRST, IF GROWING</a:t>
            </a:r>
          </a:p>
          <a:p>
            <a:pPr algn="l"/>
            <a:r>
              <a:rPr sz="1500" b="0" i="0">
                <a:solidFill>
                  <a:srgbClr val="44515E"/>
                </a:solidFill>
              </a:rPr>
              <a:t>Any capacity investment should go to the kitchen before the front end -- it's the actual constraint, and combining channels alone raised capacity by ~0%.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45152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45152"/>
            <a:ext cx="54864" cy="13716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736592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PAIR EXPANSION CORRECTLY</a:t>
            </a:r>
          </a:p>
          <a:p>
            <a:pPr algn="l"/>
            <a:r>
              <a:rPr sz="1500" b="0" i="0">
                <a:solidFill>
                  <a:srgbClr val="44515E"/>
                </a:solidFill>
              </a:rPr>
              <a:t>A 9-station kitchen unlocks ~280/hr, but only when paired with the combined front end -- SOT-only alone can't use that capacity.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583" y="4645152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2583" y="4645152"/>
            <a:ext cx="54864" cy="137160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7" y="4736592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WATCH THE TAIL</a:t>
            </a:r>
          </a:p>
          <a:p>
            <a:pPr algn="l"/>
            <a:r>
              <a:rPr sz="1500" b="0" i="0">
                <a:solidFill>
                  <a:srgbClr val="44515E"/>
                </a:solidFill>
              </a:rPr>
              <a:t>A P99 SLA is far more demanding than an average-wait target -- size every capacity decision against the tail, not the mean.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