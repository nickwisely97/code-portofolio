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WINE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K-Nearest Neighbors  |  Cosine Similarity on Chemical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01/04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178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Wines in 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13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Chemical attributes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3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Cultivars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93%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Avg precision@5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METHOD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02736"/>
            <a:ext cx="82296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02736"/>
            <a:ext cx="54864" cy="228600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03904"/>
            <a:ext cx="7772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945"/>
                </a:solidFill>
              </a:rPr>
              <a:t>Every wine's 13 lab-measured chemical attributes (alcohol, phenols, color intensity, proline, etc.) are standardized, then compared pairwise with cosine similarity.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Given a wine a taster likes, a K-Nearest Neighbors lookup finds the closest matches in that standardized space -- no other tasters or ratings required, unlike collaborative filtering.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Precision@5 validates the approach: it checks whether a wine's nearest neighbors actually share its cultivar (its real, known style), using the dataset's ground-truth labels.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WINE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Recommendation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K-Nearest Neighbors  |  Cosine Similarity on Chemical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02/04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PRECISION@K -- DOES 'CHEMICALLY SIMILAR' MEAN 'SAME STYLE'?</a:t>
            </a:r>
          </a:p>
        </p:txBody>
      </p:sp>
      <p:pic>
        <p:nvPicPr>
          <p:cNvPr id="10" name="Picture 9" descr="precision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4509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WINE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Sample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K-Nearest Neighbors  |  Cosine Similarity on Chemical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03/04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REFERENCE: Wine #12 (Cultivar 0) -- CHEMICAL PROFILE MATCH</a:t>
            </a:r>
          </a:p>
        </p:txBody>
      </p:sp>
      <p:pic>
        <p:nvPicPr>
          <p:cNvPr id="10" name="Picture 9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4846320" cy="38733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14173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TOP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737360"/>
            <a:ext cx="757123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737360"/>
            <a:ext cx="574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9243" y="1737360"/>
            <a:ext cx="1198778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9243" y="1737360"/>
            <a:ext cx="1198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Cultivar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021" y="1737360"/>
            <a:ext cx="1198778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021" y="1737360"/>
            <a:ext cx="11987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Similarity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194560"/>
            <a:ext cx="757123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194560"/>
            <a:ext cx="5742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Wine #11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9243" y="219456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9243" y="219456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88021" y="219456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021" y="219456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0.911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2606040"/>
            <a:ext cx="757123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606040"/>
            <a:ext cx="5742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Wine #51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9243" y="2606040"/>
            <a:ext cx="1198778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9243" y="260604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8021" y="2606040"/>
            <a:ext cx="1198778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021" y="260604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017520"/>
            <a:ext cx="757123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017520"/>
            <a:ext cx="5742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Wine #6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9243" y="301752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9243" y="301752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88021" y="301752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8021" y="301752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429000"/>
            <a:ext cx="757123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3429000"/>
            <a:ext cx="5742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Wine #14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9243" y="3429000"/>
            <a:ext cx="1198778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9243" y="342900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88021" y="3429000"/>
            <a:ext cx="1198778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8021" y="342900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3840480"/>
            <a:ext cx="757123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840480"/>
            <a:ext cx="5742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Wine #10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9243" y="384048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9243" y="384048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88021" y="3840480"/>
            <a:ext cx="1198778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88021" y="3840480"/>
            <a:ext cx="11987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WINE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Similarity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K-Nearest Neighbors  |  Cosine Similarity on Chemical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04/04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ALL WINES IN PCA SPACE, COLORED BY CULTIVAR</a:t>
            </a:r>
          </a:p>
        </p:txBody>
      </p:sp>
      <p:pic>
        <p:nvPicPr>
          <p:cNvPr id="10" name="Picture 9" descr="pca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37360"/>
            <a:ext cx="6858000" cy="5300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