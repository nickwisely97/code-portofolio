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Executive Attrition Analysis &amp; Model Performance</a:t>
            </a:r>
          </a:p>
        </p:txBody>
      </p:sp>
      <p:pic>
        <p:nvPicPr>
          <p:cNvPr id="3" name="Picture 2" descr="top_10_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754880" cy="2852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800"/>
            </a:pPr>
            <a:r>
              <a:t>Model Validation Results:</a:t>
            </a:r>
          </a:p>
          <a:p>
            <a:pPr>
              <a:defRPr sz="1400"/>
            </a:pPr>
            <a:r>
              <a:t>Accuracy: 84.7%</a:t>
            </a:r>
          </a:p>
          <a:p>
            <a:pPr>
              <a:defRPr sz="1400"/>
            </a:pPr>
            <a:r>
              <a:t>Precision: 58.3%</a:t>
            </a:r>
          </a:p>
          <a:p>
            <a:pPr>
              <a:defRPr sz="1400"/>
            </a:pPr>
            <a:r>
              <a:t>Recall: 14.9%</a:t>
            </a:r>
          </a:p>
          <a:p>
            <a:pPr>
              <a:defRPr sz="1400"/>
            </a:pPr>
            <a:r>
              <a:t>F1: 23.7%</a:t>
            </a:r>
          </a:p>
          <a:p>
            <a:br/>
            <a:pPr>
              <a:defRPr b="1" sz="1800"/>
            </a:pPr>
            <a:r>
              <a:t>Key Analysis Remarks:</a:t>
            </a:r>
          </a:p>
          <a:p>
            <a:pPr>
              <a:defRPr sz="1300"/>
            </a:pPr>
            <a:r>
              <a:t>Overtime is the strongest predictor of attrition.</a:t>
            </a:r>
          </a:p>
          <a:p>
            <a:pPr>
              <a:defRPr sz="1300"/>
            </a:pPr>
            <a:r>
              <a:t>Monthly Income levels significantly impact retention.</a:t>
            </a:r>
          </a:p>
          <a:p>
            <a:pPr>
              <a:defRPr sz="1300"/>
            </a:pPr>
            <a:r>
              <a:t>Tenure at the company reveals high risk for newer staff.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