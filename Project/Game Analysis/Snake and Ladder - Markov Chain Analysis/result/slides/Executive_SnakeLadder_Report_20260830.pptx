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SNAKE &amp;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Absorbing Markov Chain  |  Fundamental Matrix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01/05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79.9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Expected turns from square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100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Board squares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9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Ladders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9128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9128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9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Snakes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METHOD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02736"/>
            <a:ext cx="82296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02736"/>
            <a:ext cx="54864" cy="228600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03904"/>
            <a:ext cx="7772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945"/>
                </a:solidFill>
              </a:rPr>
              <a:t>The board is modeled as an absorbing Markov chain, with the transition matrix built directly from the board layout and a 1-dice roll distribution -- not a fixed spreadsheet.</a:t>
            </a:r>
          </a:p>
          <a:p>
            <a:pPr algn="l"/>
            <a:r>
              <a:rPr sz="1400" b="0" i="0">
                <a:solidFill>
                  <a:srgbClr val="2C3945"/>
                </a:solidFill>
              </a:rPr>
              <a:t>The fundamental matrix N = (I - Q)^-1 gives the expected number of turns to finish from every square at once.</a:t>
            </a:r>
          </a:p>
          <a:p>
            <a:pPr algn="l"/>
            <a:r>
              <a:rPr sz="1400" b="0" i="0">
                <a:solidFill>
                  <a:srgbClr val="2C3945"/>
                </a:solidFill>
              </a:rPr>
              <a:t>Because the matrix is built in code, the same analysis re-runs for any dice count -- see the dice-count comparison on the final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SNAKE &amp;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Board Heatmap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Absorbing Markov Chain  |  Fundamental Matrix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02/05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EXPECTED STEPS TO FINISH, BY SQUARE</a:t>
            </a:r>
          </a:p>
        </p:txBody>
      </p:sp>
      <p:pic>
        <p:nvPicPr>
          <p:cNvPr id="10" name="Picture 9" descr="boar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37" y="1737360"/>
            <a:ext cx="45027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SNAKE &amp;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Snake &amp; Ladder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Absorbing Markov Chain  |  Fundamental Matrix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03/05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HOW MANY TURNS EACH ELEMENT SAVES OR COSTS</a:t>
            </a:r>
          </a:p>
        </p:txBody>
      </p:sp>
      <p:pic>
        <p:nvPicPr>
          <p:cNvPr id="10" name="Picture 9" descr="snl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1" y="1737360"/>
            <a:ext cx="6867437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0350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C8C"/>
                </a:solidFill>
              </a:rPr>
              <a:t>Biggest impact: Snake 97-&gt;57: adds 27.30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SNAKE &amp;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Finish-Time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Absorbing Markov Chain  |  Fundamental Matrix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04/05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WHEN DOES THE GAME ACTUALLY END?</a:t>
            </a:r>
          </a:p>
        </p:txBody>
      </p:sp>
      <p:pic>
        <p:nvPicPr>
          <p:cNvPr id="10" name="Picture 9" descr="finish_probability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120640" cy="34900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79007" y="1417320"/>
            <a:ext cx="2907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PERCENTILES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7" y="1737360"/>
            <a:ext cx="2907792" cy="960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79007" y="1737360"/>
            <a:ext cx="54864" cy="96012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1810512"/>
            <a:ext cx="2651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62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Median (50%) 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79007" y="2825496"/>
            <a:ext cx="2907792" cy="960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79007" y="2825496"/>
            <a:ext cx="54864" cy="96012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2898648"/>
            <a:ext cx="2651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160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90th percentile turns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79007" y="3913631"/>
            <a:ext cx="2907792" cy="960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79007" y="3913631"/>
            <a:ext cx="54864" cy="96012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3986783"/>
            <a:ext cx="2651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79.9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Mean turns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7" y="5001768"/>
            <a:ext cx="2907792" cy="960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79007" y="5001768"/>
            <a:ext cx="54864" cy="96012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5312" y="5074920"/>
            <a:ext cx="2651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61.9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Std. deviation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SNAKE &amp;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Dice Count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Absorbing Markov Chain  |  Fundamental Matrix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05/05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HOW THE NUMBER OF DICE CHANGES GAME LENGTH</a:t>
            </a:r>
          </a:p>
        </p:txBody>
      </p:sp>
      <p:pic>
        <p:nvPicPr>
          <p:cNvPr id="10" name="Picture 9" descr="di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1828800"/>
            <a:ext cx="7136539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